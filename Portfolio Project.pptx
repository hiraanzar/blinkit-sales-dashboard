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6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EB8C2E-9C89-4330-9764-9D4D0C4E4860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8BC6933C-EB08-40EB-8774-A6A7931E9969}">
      <dgm:prSet phldrT="[Text]" phldr="0" custT="1"/>
      <dgm:spPr/>
      <dgm:t>
        <a:bodyPr/>
        <a:lstStyle/>
        <a:p>
          <a:r>
            <a:rPr lang="en-US" sz="1400" dirty="0"/>
            <a:t>Customer Feedback Analysis</a:t>
          </a:r>
          <a:endParaRPr lang="en-PK" sz="1400" dirty="0"/>
        </a:p>
      </dgm:t>
    </dgm:pt>
    <dgm:pt modelId="{A1D61312-E3E1-409D-90FB-657C0F09FC3D}" type="parTrans" cxnId="{89CEEF88-4B90-4CCA-9191-1AC38AEE4DBD}">
      <dgm:prSet/>
      <dgm:spPr/>
      <dgm:t>
        <a:bodyPr/>
        <a:lstStyle/>
        <a:p>
          <a:endParaRPr lang="en-PK"/>
        </a:p>
      </dgm:t>
    </dgm:pt>
    <dgm:pt modelId="{D3648DD8-D877-4DD7-B614-0E58CE12D470}" type="sibTrans" cxnId="{89CEEF88-4B90-4CCA-9191-1AC38AEE4DBD}">
      <dgm:prSet/>
      <dgm:spPr/>
      <dgm:t>
        <a:bodyPr/>
        <a:lstStyle/>
        <a:p>
          <a:endParaRPr lang="en-PK"/>
        </a:p>
      </dgm:t>
    </dgm:pt>
    <dgm:pt modelId="{72305D7C-C269-49E2-B116-94A864E5804C}">
      <dgm:prSet phldrT="[Text]" phldr="0" custT="1"/>
      <dgm:spPr/>
      <dgm:t>
        <a:bodyPr/>
        <a:lstStyle/>
        <a:p>
          <a:r>
            <a:rPr lang="en-US" sz="1400" b="0" dirty="0"/>
            <a:t>Avg Rating</a:t>
          </a:r>
          <a:endParaRPr lang="en-PK" sz="1400" b="0" dirty="0"/>
        </a:p>
      </dgm:t>
    </dgm:pt>
    <dgm:pt modelId="{EF1B57B9-2C8E-432D-9917-12F07A42F854}" type="parTrans" cxnId="{788B689B-7483-4916-BDFB-DFE6CD663C75}">
      <dgm:prSet/>
      <dgm:spPr/>
      <dgm:t>
        <a:bodyPr/>
        <a:lstStyle/>
        <a:p>
          <a:endParaRPr lang="en-PK"/>
        </a:p>
      </dgm:t>
    </dgm:pt>
    <dgm:pt modelId="{299BA6FC-4844-4259-A577-732C901A8E17}" type="sibTrans" cxnId="{788B689B-7483-4916-BDFB-DFE6CD663C75}">
      <dgm:prSet/>
      <dgm:spPr/>
      <dgm:t>
        <a:bodyPr/>
        <a:lstStyle/>
        <a:p>
          <a:endParaRPr lang="en-PK"/>
        </a:p>
      </dgm:t>
    </dgm:pt>
    <dgm:pt modelId="{3A8F8F49-7CD1-4B9B-9006-4E68890E17D8}">
      <dgm:prSet phldrT="[Text]" phldr="0" custT="1"/>
      <dgm:spPr/>
      <dgm:t>
        <a:bodyPr/>
        <a:lstStyle/>
        <a:p>
          <a:r>
            <a:rPr lang="en-US" sz="1400" b="0" dirty="0"/>
            <a:t>Customer Lifetime value</a:t>
          </a:r>
          <a:endParaRPr lang="en-PK" sz="1400" b="0" dirty="0"/>
        </a:p>
      </dgm:t>
    </dgm:pt>
    <dgm:pt modelId="{EF3C58B5-FEAF-4DA0-A275-382FD00E9628}" type="parTrans" cxnId="{8B269012-450A-4274-B8C7-EAC1BD7172B2}">
      <dgm:prSet/>
      <dgm:spPr/>
      <dgm:t>
        <a:bodyPr/>
        <a:lstStyle/>
        <a:p>
          <a:endParaRPr lang="en-PK"/>
        </a:p>
      </dgm:t>
    </dgm:pt>
    <dgm:pt modelId="{1F250363-E6B3-467D-887C-ADDDBE0D274E}" type="sibTrans" cxnId="{8B269012-450A-4274-B8C7-EAC1BD7172B2}">
      <dgm:prSet/>
      <dgm:spPr/>
      <dgm:t>
        <a:bodyPr/>
        <a:lstStyle/>
        <a:p>
          <a:endParaRPr lang="en-PK"/>
        </a:p>
      </dgm:t>
    </dgm:pt>
    <dgm:pt modelId="{D395D4BE-F1D1-45A0-B97A-BFD3A3099458}">
      <dgm:prSet phldrT="[Text]" phldr="0" custT="1"/>
      <dgm:spPr/>
      <dgm:t>
        <a:bodyPr/>
        <a:lstStyle/>
        <a:p>
          <a:r>
            <a:rPr lang="en-US" sz="1400" dirty="0"/>
            <a:t>Marketing and delivery Performance</a:t>
          </a:r>
          <a:endParaRPr lang="en-PK" sz="1400" dirty="0"/>
        </a:p>
      </dgm:t>
    </dgm:pt>
    <dgm:pt modelId="{775119F2-0D98-4C5A-8801-6B6E0E770452}" type="parTrans" cxnId="{A4277ADD-15E6-4983-9C3D-ADD96E03877F}">
      <dgm:prSet/>
      <dgm:spPr/>
      <dgm:t>
        <a:bodyPr/>
        <a:lstStyle/>
        <a:p>
          <a:endParaRPr lang="en-PK"/>
        </a:p>
      </dgm:t>
    </dgm:pt>
    <dgm:pt modelId="{7E54213E-A9F3-47D7-89C5-2D84EF5E2B42}" type="sibTrans" cxnId="{A4277ADD-15E6-4983-9C3D-ADD96E03877F}">
      <dgm:prSet/>
      <dgm:spPr/>
      <dgm:t>
        <a:bodyPr/>
        <a:lstStyle/>
        <a:p>
          <a:endParaRPr lang="en-PK"/>
        </a:p>
      </dgm:t>
    </dgm:pt>
    <dgm:pt modelId="{8C85BA9A-FEFF-4EF5-BFB2-CCE69499636E}">
      <dgm:prSet phldrT="[Text]" phldr="0" custT="1"/>
      <dgm:spPr/>
      <dgm:t>
        <a:bodyPr/>
        <a:lstStyle/>
        <a:p>
          <a:r>
            <a:rPr lang="en-US" sz="1400" b="0" dirty="0"/>
            <a:t>Total Customers</a:t>
          </a:r>
          <a:endParaRPr lang="en-PK" sz="1400" b="0" dirty="0"/>
        </a:p>
      </dgm:t>
    </dgm:pt>
    <dgm:pt modelId="{D7727EAB-B316-4E62-BAB0-F36FAC6E7CF5}" type="parTrans" cxnId="{CCC97F2C-D328-4669-909C-A7FC06D4E8E7}">
      <dgm:prSet/>
      <dgm:spPr/>
      <dgm:t>
        <a:bodyPr/>
        <a:lstStyle/>
        <a:p>
          <a:endParaRPr lang="en-PK"/>
        </a:p>
      </dgm:t>
    </dgm:pt>
    <dgm:pt modelId="{36823B12-1C48-4C88-AF07-4451891CC3B3}" type="sibTrans" cxnId="{CCC97F2C-D328-4669-909C-A7FC06D4E8E7}">
      <dgm:prSet/>
      <dgm:spPr/>
      <dgm:t>
        <a:bodyPr/>
        <a:lstStyle/>
        <a:p>
          <a:endParaRPr lang="en-PK"/>
        </a:p>
      </dgm:t>
    </dgm:pt>
    <dgm:pt modelId="{6C79591A-D632-4A61-8FB4-C15B204D8862}">
      <dgm:prSet phldrT="[Text]" phldr="0" custT="1"/>
      <dgm:spPr/>
      <dgm:t>
        <a:bodyPr/>
        <a:lstStyle/>
        <a:p>
          <a:r>
            <a:rPr lang="en-US" sz="1400" b="0"/>
            <a:t>Churn Rate</a:t>
          </a:r>
          <a:endParaRPr lang="en-PK" sz="1400" b="0" dirty="0"/>
        </a:p>
      </dgm:t>
    </dgm:pt>
    <dgm:pt modelId="{FAA4A179-C514-4C18-A2BD-EB27FC318E04}" type="parTrans" cxnId="{0903C997-26B2-4841-8E38-2BE104F2AD37}">
      <dgm:prSet/>
      <dgm:spPr/>
      <dgm:t>
        <a:bodyPr/>
        <a:lstStyle/>
        <a:p>
          <a:endParaRPr lang="en-PK"/>
        </a:p>
      </dgm:t>
    </dgm:pt>
    <dgm:pt modelId="{E9456558-E8C3-4B5F-B3D7-09371110D479}" type="sibTrans" cxnId="{0903C997-26B2-4841-8E38-2BE104F2AD37}">
      <dgm:prSet/>
      <dgm:spPr/>
      <dgm:t>
        <a:bodyPr/>
        <a:lstStyle/>
        <a:p>
          <a:endParaRPr lang="en-PK"/>
        </a:p>
      </dgm:t>
    </dgm:pt>
    <dgm:pt modelId="{76E34C67-2493-46BF-9734-33A07F3608E3}">
      <dgm:prSet phldrT="[Text]" phldr="0" custT="1"/>
      <dgm:spPr/>
      <dgm:t>
        <a:bodyPr/>
        <a:lstStyle/>
        <a:p>
          <a:r>
            <a:rPr lang="en-US" sz="1400" b="0" dirty="0"/>
            <a:t>On-Time Delivery</a:t>
          </a:r>
          <a:endParaRPr lang="en-PK" sz="1400" b="0" dirty="0"/>
        </a:p>
      </dgm:t>
    </dgm:pt>
    <dgm:pt modelId="{82BD1ACF-11FE-4A1C-9DFC-D320BBE7CC4F}" type="parTrans" cxnId="{32348993-7590-4B74-BF8C-BB3F3BC11088}">
      <dgm:prSet/>
      <dgm:spPr/>
      <dgm:t>
        <a:bodyPr/>
        <a:lstStyle/>
        <a:p>
          <a:endParaRPr lang="en-PK"/>
        </a:p>
      </dgm:t>
    </dgm:pt>
    <dgm:pt modelId="{53BEA204-E55C-4D48-B195-5810D42ACE73}" type="sibTrans" cxnId="{32348993-7590-4B74-BF8C-BB3F3BC11088}">
      <dgm:prSet/>
      <dgm:spPr/>
      <dgm:t>
        <a:bodyPr/>
        <a:lstStyle/>
        <a:p>
          <a:endParaRPr lang="en-PK"/>
        </a:p>
      </dgm:t>
    </dgm:pt>
    <dgm:pt modelId="{6E605DF6-6E0B-424F-A2BD-B6A6D9E8226A}">
      <dgm:prSet phldrT="[Text]" phldr="0" custT="1"/>
      <dgm:spPr/>
      <dgm:t>
        <a:bodyPr/>
        <a:lstStyle/>
        <a:p>
          <a:r>
            <a:rPr lang="en-US" sz="1400" b="0" dirty="0"/>
            <a:t>CTR %</a:t>
          </a:r>
          <a:endParaRPr lang="en-PK" sz="1400" b="0" dirty="0"/>
        </a:p>
      </dgm:t>
    </dgm:pt>
    <dgm:pt modelId="{E35A1758-C1A3-4018-8EDD-2878A658A71B}" type="parTrans" cxnId="{E3B720F6-D7FC-4E0A-B219-B9529CCA9A24}">
      <dgm:prSet/>
      <dgm:spPr/>
      <dgm:t>
        <a:bodyPr/>
        <a:lstStyle/>
        <a:p>
          <a:endParaRPr lang="en-PK"/>
        </a:p>
      </dgm:t>
    </dgm:pt>
    <dgm:pt modelId="{48995A4C-576C-484F-B765-09D6C37B903C}" type="sibTrans" cxnId="{E3B720F6-D7FC-4E0A-B219-B9529CCA9A24}">
      <dgm:prSet/>
      <dgm:spPr/>
      <dgm:t>
        <a:bodyPr/>
        <a:lstStyle/>
        <a:p>
          <a:endParaRPr lang="en-PK"/>
        </a:p>
      </dgm:t>
    </dgm:pt>
    <dgm:pt modelId="{4228F3ED-055B-49A7-B9A2-7C47C52A9136}">
      <dgm:prSet phldrT="[Text]" phldr="0" custT="1"/>
      <dgm:spPr/>
      <dgm:t>
        <a:bodyPr/>
        <a:lstStyle/>
        <a:p>
          <a:r>
            <a:rPr lang="en-US" sz="1400" b="0" dirty="0"/>
            <a:t>Avg Time Delivery</a:t>
          </a:r>
          <a:endParaRPr lang="en-PK" sz="1400" b="0" dirty="0"/>
        </a:p>
      </dgm:t>
    </dgm:pt>
    <dgm:pt modelId="{50E405A8-5F0E-48C0-9432-94B1F04A1D24}" type="parTrans" cxnId="{83EC4F40-3E5A-4D25-BF94-EFC1B1D3825A}">
      <dgm:prSet/>
      <dgm:spPr/>
      <dgm:t>
        <a:bodyPr/>
        <a:lstStyle/>
        <a:p>
          <a:endParaRPr lang="en-PK"/>
        </a:p>
      </dgm:t>
    </dgm:pt>
    <dgm:pt modelId="{D879BAB7-FACA-48D1-BB60-702F24CF55BD}" type="sibTrans" cxnId="{83EC4F40-3E5A-4D25-BF94-EFC1B1D3825A}">
      <dgm:prSet/>
      <dgm:spPr/>
      <dgm:t>
        <a:bodyPr/>
        <a:lstStyle/>
        <a:p>
          <a:endParaRPr lang="en-PK"/>
        </a:p>
      </dgm:t>
    </dgm:pt>
    <dgm:pt modelId="{FB166823-F31E-4EA5-9565-5AA85E9E0D32}">
      <dgm:prSet phldrT="[Text]" phldr="0" custT="1"/>
      <dgm:spPr/>
      <dgm:t>
        <a:bodyPr/>
        <a:lstStyle/>
        <a:p>
          <a:r>
            <a:rPr lang="en-US" sz="1400" b="0" dirty="0"/>
            <a:t>Conversion Rate</a:t>
          </a:r>
          <a:endParaRPr lang="en-PK" sz="1400" b="0" dirty="0"/>
        </a:p>
      </dgm:t>
    </dgm:pt>
    <dgm:pt modelId="{5982DBFA-4EDD-4F3B-B6BE-D36FF543D345}" type="parTrans" cxnId="{5A2D0F57-EA31-4751-9737-62ED3C0218CB}">
      <dgm:prSet/>
      <dgm:spPr/>
      <dgm:t>
        <a:bodyPr/>
        <a:lstStyle/>
        <a:p>
          <a:endParaRPr lang="en-PK"/>
        </a:p>
      </dgm:t>
    </dgm:pt>
    <dgm:pt modelId="{8223D8B3-9411-496E-B783-3F7258F4F406}" type="sibTrans" cxnId="{5A2D0F57-EA31-4751-9737-62ED3C0218CB}">
      <dgm:prSet/>
      <dgm:spPr/>
      <dgm:t>
        <a:bodyPr/>
        <a:lstStyle/>
        <a:p>
          <a:endParaRPr lang="en-PK"/>
        </a:p>
      </dgm:t>
    </dgm:pt>
    <dgm:pt modelId="{96DF49C4-544A-4D95-A740-FB7D004822F8}">
      <dgm:prSet phldrT="[Text]" phldr="0" custT="1"/>
      <dgm:spPr/>
      <dgm:t>
        <a:bodyPr/>
        <a:lstStyle/>
        <a:p>
          <a:r>
            <a:rPr lang="en-US" sz="1400" dirty="0"/>
            <a:t>Inventory Analysis</a:t>
          </a:r>
          <a:endParaRPr lang="en-PK" sz="1400" dirty="0"/>
        </a:p>
      </dgm:t>
    </dgm:pt>
    <dgm:pt modelId="{58272981-9FF4-4500-8925-1D30AC1C1A6B}" type="parTrans" cxnId="{5341D448-E596-4E3D-92C5-B50C8D531D29}">
      <dgm:prSet/>
      <dgm:spPr/>
      <dgm:t>
        <a:bodyPr/>
        <a:lstStyle/>
        <a:p>
          <a:endParaRPr lang="en-PK"/>
        </a:p>
      </dgm:t>
    </dgm:pt>
    <dgm:pt modelId="{1C5FC8D6-AFBB-4670-AE6A-FAEA9765F157}" type="sibTrans" cxnId="{5341D448-E596-4E3D-92C5-B50C8D531D29}">
      <dgm:prSet/>
      <dgm:spPr/>
      <dgm:t>
        <a:bodyPr/>
        <a:lstStyle/>
        <a:p>
          <a:endParaRPr lang="en-PK"/>
        </a:p>
      </dgm:t>
    </dgm:pt>
    <dgm:pt modelId="{9326E0D5-FD9D-4F94-B0FA-45337B9FE800}">
      <dgm:prSet phldrT="[Text]" phldr="0" custT="1"/>
      <dgm:spPr/>
      <dgm:t>
        <a:bodyPr/>
        <a:lstStyle/>
        <a:p>
          <a:r>
            <a:rPr lang="en-US" sz="1400" b="0" dirty="0"/>
            <a:t>Stores</a:t>
          </a:r>
          <a:endParaRPr lang="en-PK" sz="1400" b="0" dirty="0"/>
        </a:p>
      </dgm:t>
    </dgm:pt>
    <dgm:pt modelId="{8773BF45-6787-4140-A225-A465675511A5}" type="parTrans" cxnId="{E581E13C-63E5-446C-9292-64A73C4418DA}">
      <dgm:prSet/>
      <dgm:spPr/>
      <dgm:t>
        <a:bodyPr/>
        <a:lstStyle/>
        <a:p>
          <a:endParaRPr lang="en-PK"/>
        </a:p>
      </dgm:t>
    </dgm:pt>
    <dgm:pt modelId="{9F5F7C31-0D6C-41C8-BA2F-A1201A1B0C8A}" type="sibTrans" cxnId="{E581E13C-63E5-446C-9292-64A73C4418DA}">
      <dgm:prSet/>
      <dgm:spPr/>
      <dgm:t>
        <a:bodyPr/>
        <a:lstStyle/>
        <a:p>
          <a:endParaRPr lang="en-PK"/>
        </a:p>
      </dgm:t>
    </dgm:pt>
    <dgm:pt modelId="{C4A637A5-3C14-4EDE-8AA4-09569912012A}">
      <dgm:prSet phldrT="[Text]" phldr="0" custT="1"/>
      <dgm:spPr/>
      <dgm:t>
        <a:bodyPr/>
        <a:lstStyle/>
        <a:p>
          <a:r>
            <a:rPr lang="en-US" sz="1400" b="0" dirty="0"/>
            <a:t>Damage Rate %</a:t>
          </a:r>
          <a:endParaRPr lang="en-PK" sz="1400" b="0" dirty="0"/>
        </a:p>
      </dgm:t>
    </dgm:pt>
    <dgm:pt modelId="{D282BA42-7717-405A-8F44-23E2D20F09AB}" type="parTrans" cxnId="{AD620EC5-F377-4CA1-BA8A-191A8B709CB4}">
      <dgm:prSet/>
      <dgm:spPr/>
      <dgm:t>
        <a:bodyPr/>
        <a:lstStyle/>
        <a:p>
          <a:endParaRPr lang="en-PK"/>
        </a:p>
      </dgm:t>
    </dgm:pt>
    <dgm:pt modelId="{A536BC82-83E4-4F8B-984E-C8823379F3CC}" type="sibTrans" cxnId="{AD620EC5-F377-4CA1-BA8A-191A8B709CB4}">
      <dgm:prSet/>
      <dgm:spPr/>
      <dgm:t>
        <a:bodyPr/>
        <a:lstStyle/>
        <a:p>
          <a:endParaRPr lang="en-PK"/>
        </a:p>
      </dgm:t>
    </dgm:pt>
    <dgm:pt modelId="{BF158A31-D5A4-47C7-82C6-3A11D4B24584}">
      <dgm:prSet phldrT="[Text]" phldr="0" custT="1"/>
      <dgm:spPr/>
      <dgm:t>
        <a:bodyPr/>
        <a:lstStyle/>
        <a:p>
          <a:r>
            <a:rPr lang="en-US" sz="1400" b="0" dirty="0"/>
            <a:t>Current Stock</a:t>
          </a:r>
          <a:endParaRPr lang="en-PK" sz="1400" b="0" dirty="0"/>
        </a:p>
      </dgm:t>
    </dgm:pt>
    <dgm:pt modelId="{E81F9D8D-BACF-43EC-ADEC-87BE7C6BDE6F}" type="parTrans" cxnId="{662866ED-97D4-41AE-935A-1BA4DE448C45}">
      <dgm:prSet/>
      <dgm:spPr/>
      <dgm:t>
        <a:bodyPr/>
        <a:lstStyle/>
        <a:p>
          <a:endParaRPr lang="en-PK"/>
        </a:p>
      </dgm:t>
    </dgm:pt>
    <dgm:pt modelId="{F2E877EB-FEA4-4310-982B-A086AB26CB0F}" type="sibTrans" cxnId="{662866ED-97D4-41AE-935A-1BA4DE448C45}">
      <dgm:prSet/>
      <dgm:spPr/>
      <dgm:t>
        <a:bodyPr/>
        <a:lstStyle/>
        <a:p>
          <a:endParaRPr lang="en-PK"/>
        </a:p>
      </dgm:t>
    </dgm:pt>
    <dgm:pt modelId="{108A896E-21E5-44ED-9FE4-63DC0C9F2607}">
      <dgm:prSet phldrT="[Text]" phldr="0" custT="1"/>
      <dgm:spPr/>
      <dgm:t>
        <a:bodyPr/>
        <a:lstStyle/>
        <a:p>
          <a:r>
            <a:rPr lang="en-US" sz="1400" b="0"/>
            <a:t>Avg Shelf Life</a:t>
          </a:r>
          <a:endParaRPr lang="en-PK" sz="1400" b="0" dirty="0"/>
        </a:p>
      </dgm:t>
    </dgm:pt>
    <dgm:pt modelId="{5711601B-69FF-420E-8BFC-3E125ED7A89A}" type="parTrans" cxnId="{0069C755-C1CE-43F2-81A4-796A4A8584DB}">
      <dgm:prSet/>
      <dgm:spPr/>
      <dgm:t>
        <a:bodyPr/>
        <a:lstStyle/>
        <a:p>
          <a:endParaRPr lang="en-PK"/>
        </a:p>
      </dgm:t>
    </dgm:pt>
    <dgm:pt modelId="{3B7F78F3-4D8D-428E-B376-B853CE88ACCB}" type="sibTrans" cxnId="{0069C755-C1CE-43F2-81A4-796A4A8584DB}">
      <dgm:prSet/>
      <dgm:spPr/>
      <dgm:t>
        <a:bodyPr/>
        <a:lstStyle/>
        <a:p>
          <a:endParaRPr lang="en-PK"/>
        </a:p>
      </dgm:t>
    </dgm:pt>
    <dgm:pt modelId="{DA9F833E-EEEA-4079-B2B4-BE52BD188775}" type="pres">
      <dgm:prSet presAssocID="{59EB8C2E-9C89-4330-9764-9D4D0C4E486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DE31294-E4C7-4F1B-9C95-5DED17714ABA}" type="pres">
      <dgm:prSet presAssocID="{8BC6933C-EB08-40EB-8774-A6A7931E9969}" presName="root" presStyleCnt="0"/>
      <dgm:spPr/>
    </dgm:pt>
    <dgm:pt modelId="{039AFDCE-AE1F-4F31-8866-3DF3D637DB9B}" type="pres">
      <dgm:prSet presAssocID="{8BC6933C-EB08-40EB-8774-A6A7931E9969}" presName="rootComposite" presStyleCnt="0"/>
      <dgm:spPr/>
    </dgm:pt>
    <dgm:pt modelId="{2D830414-6F35-4E19-B8A2-62CCCC1DB3F9}" type="pres">
      <dgm:prSet presAssocID="{8BC6933C-EB08-40EB-8774-A6A7931E9969}" presName="rootText" presStyleLbl="node1" presStyleIdx="0" presStyleCnt="3"/>
      <dgm:spPr/>
    </dgm:pt>
    <dgm:pt modelId="{C48F9EE7-C2D6-41C4-8420-18F74E339C1A}" type="pres">
      <dgm:prSet presAssocID="{8BC6933C-EB08-40EB-8774-A6A7931E9969}" presName="rootConnector" presStyleLbl="node1" presStyleIdx="0" presStyleCnt="3"/>
      <dgm:spPr/>
    </dgm:pt>
    <dgm:pt modelId="{C1A7DBB6-90B2-456C-8F7B-7601F8140ECC}" type="pres">
      <dgm:prSet presAssocID="{8BC6933C-EB08-40EB-8774-A6A7931E9969}" presName="childShape" presStyleCnt="0"/>
      <dgm:spPr/>
    </dgm:pt>
    <dgm:pt modelId="{2F887FE9-9EC0-4732-8340-CE8DF71238BE}" type="pres">
      <dgm:prSet presAssocID="{EF1B57B9-2C8E-432D-9917-12F07A42F854}" presName="Name13" presStyleLbl="parChTrans1D2" presStyleIdx="0" presStyleCnt="12"/>
      <dgm:spPr/>
    </dgm:pt>
    <dgm:pt modelId="{8D97896E-659C-48EE-A941-BFC921B2DC12}" type="pres">
      <dgm:prSet presAssocID="{72305D7C-C269-49E2-B116-94A864E5804C}" presName="childText" presStyleLbl="bgAcc1" presStyleIdx="0" presStyleCnt="12">
        <dgm:presLayoutVars>
          <dgm:bulletEnabled val="1"/>
        </dgm:presLayoutVars>
      </dgm:prSet>
      <dgm:spPr/>
    </dgm:pt>
    <dgm:pt modelId="{63332981-5787-4429-B20E-70E986E47648}" type="pres">
      <dgm:prSet presAssocID="{EF3C58B5-FEAF-4DA0-A275-382FD00E9628}" presName="Name13" presStyleLbl="parChTrans1D2" presStyleIdx="1" presStyleCnt="12"/>
      <dgm:spPr/>
    </dgm:pt>
    <dgm:pt modelId="{0EC876F5-7D7B-417A-AA76-AE3ECAD0E685}" type="pres">
      <dgm:prSet presAssocID="{3A8F8F49-7CD1-4B9B-9006-4E68890E17D8}" presName="childText" presStyleLbl="bgAcc1" presStyleIdx="1" presStyleCnt="12">
        <dgm:presLayoutVars>
          <dgm:bulletEnabled val="1"/>
        </dgm:presLayoutVars>
      </dgm:prSet>
      <dgm:spPr/>
    </dgm:pt>
    <dgm:pt modelId="{72A50DF3-7F7C-4D96-935F-8C8AF0474B6E}" type="pres">
      <dgm:prSet presAssocID="{D7727EAB-B316-4E62-BAB0-F36FAC6E7CF5}" presName="Name13" presStyleLbl="parChTrans1D2" presStyleIdx="2" presStyleCnt="12"/>
      <dgm:spPr/>
    </dgm:pt>
    <dgm:pt modelId="{EF3B3288-B7B0-4E6F-8E78-12E5F39CF927}" type="pres">
      <dgm:prSet presAssocID="{8C85BA9A-FEFF-4EF5-BFB2-CCE69499636E}" presName="childText" presStyleLbl="bgAcc1" presStyleIdx="2" presStyleCnt="12">
        <dgm:presLayoutVars>
          <dgm:bulletEnabled val="1"/>
        </dgm:presLayoutVars>
      </dgm:prSet>
      <dgm:spPr/>
    </dgm:pt>
    <dgm:pt modelId="{6537494E-8223-47C0-9DC9-9F89ADE9AD5A}" type="pres">
      <dgm:prSet presAssocID="{FAA4A179-C514-4C18-A2BD-EB27FC318E04}" presName="Name13" presStyleLbl="parChTrans1D2" presStyleIdx="3" presStyleCnt="12"/>
      <dgm:spPr/>
    </dgm:pt>
    <dgm:pt modelId="{3B704A03-9341-4E16-81C1-542C7D13C189}" type="pres">
      <dgm:prSet presAssocID="{6C79591A-D632-4A61-8FB4-C15B204D8862}" presName="childText" presStyleLbl="bgAcc1" presStyleIdx="3" presStyleCnt="12">
        <dgm:presLayoutVars>
          <dgm:bulletEnabled val="1"/>
        </dgm:presLayoutVars>
      </dgm:prSet>
      <dgm:spPr/>
    </dgm:pt>
    <dgm:pt modelId="{2056423B-213A-4657-AE7C-41345E2A5599}" type="pres">
      <dgm:prSet presAssocID="{D395D4BE-F1D1-45A0-B97A-BFD3A3099458}" presName="root" presStyleCnt="0"/>
      <dgm:spPr/>
    </dgm:pt>
    <dgm:pt modelId="{222BEAFA-DF75-49DA-8796-329927E8C16B}" type="pres">
      <dgm:prSet presAssocID="{D395D4BE-F1D1-45A0-B97A-BFD3A3099458}" presName="rootComposite" presStyleCnt="0"/>
      <dgm:spPr/>
    </dgm:pt>
    <dgm:pt modelId="{0FFAD34E-A5B1-4151-A06A-04655C5FF0F4}" type="pres">
      <dgm:prSet presAssocID="{D395D4BE-F1D1-45A0-B97A-BFD3A3099458}" presName="rootText" presStyleLbl="node1" presStyleIdx="1" presStyleCnt="3"/>
      <dgm:spPr/>
    </dgm:pt>
    <dgm:pt modelId="{3DE00BF2-2FFA-477F-A927-225185E767EE}" type="pres">
      <dgm:prSet presAssocID="{D395D4BE-F1D1-45A0-B97A-BFD3A3099458}" presName="rootConnector" presStyleLbl="node1" presStyleIdx="1" presStyleCnt="3"/>
      <dgm:spPr/>
    </dgm:pt>
    <dgm:pt modelId="{207A09EA-C07D-4DB9-BC87-E711F47A5791}" type="pres">
      <dgm:prSet presAssocID="{D395D4BE-F1D1-45A0-B97A-BFD3A3099458}" presName="childShape" presStyleCnt="0"/>
      <dgm:spPr/>
    </dgm:pt>
    <dgm:pt modelId="{D499A456-92E6-4730-B63C-484F320FCF05}" type="pres">
      <dgm:prSet presAssocID="{82BD1ACF-11FE-4A1C-9DFC-D320BBE7CC4F}" presName="Name13" presStyleLbl="parChTrans1D2" presStyleIdx="4" presStyleCnt="12"/>
      <dgm:spPr/>
    </dgm:pt>
    <dgm:pt modelId="{7BF32F9B-6CC9-43FF-822A-D587EB605735}" type="pres">
      <dgm:prSet presAssocID="{76E34C67-2493-46BF-9734-33A07F3608E3}" presName="childText" presStyleLbl="bgAcc1" presStyleIdx="4" presStyleCnt="12">
        <dgm:presLayoutVars>
          <dgm:bulletEnabled val="1"/>
        </dgm:presLayoutVars>
      </dgm:prSet>
      <dgm:spPr/>
    </dgm:pt>
    <dgm:pt modelId="{0A82A821-14B6-445B-A08A-3E638604EB04}" type="pres">
      <dgm:prSet presAssocID="{E35A1758-C1A3-4018-8EDD-2878A658A71B}" presName="Name13" presStyleLbl="parChTrans1D2" presStyleIdx="5" presStyleCnt="12"/>
      <dgm:spPr/>
    </dgm:pt>
    <dgm:pt modelId="{4B288318-36AB-4807-93B0-E3ADE12B4502}" type="pres">
      <dgm:prSet presAssocID="{6E605DF6-6E0B-424F-A2BD-B6A6D9E8226A}" presName="childText" presStyleLbl="bgAcc1" presStyleIdx="5" presStyleCnt="12">
        <dgm:presLayoutVars>
          <dgm:bulletEnabled val="1"/>
        </dgm:presLayoutVars>
      </dgm:prSet>
      <dgm:spPr/>
    </dgm:pt>
    <dgm:pt modelId="{6C745E7E-9B64-44DB-822E-3F5267303394}" type="pres">
      <dgm:prSet presAssocID="{50E405A8-5F0E-48C0-9432-94B1F04A1D24}" presName="Name13" presStyleLbl="parChTrans1D2" presStyleIdx="6" presStyleCnt="12"/>
      <dgm:spPr/>
    </dgm:pt>
    <dgm:pt modelId="{C8F2EA4C-A93F-4847-8A1A-9D0EE24013F4}" type="pres">
      <dgm:prSet presAssocID="{4228F3ED-055B-49A7-B9A2-7C47C52A9136}" presName="childText" presStyleLbl="bgAcc1" presStyleIdx="6" presStyleCnt="12">
        <dgm:presLayoutVars>
          <dgm:bulletEnabled val="1"/>
        </dgm:presLayoutVars>
      </dgm:prSet>
      <dgm:spPr/>
    </dgm:pt>
    <dgm:pt modelId="{4B37DEF0-B827-4563-80B3-71A849BD927E}" type="pres">
      <dgm:prSet presAssocID="{5982DBFA-4EDD-4F3B-B6BE-D36FF543D345}" presName="Name13" presStyleLbl="parChTrans1D2" presStyleIdx="7" presStyleCnt="12"/>
      <dgm:spPr/>
    </dgm:pt>
    <dgm:pt modelId="{A30ED5A8-F5A6-448C-9854-3C29A9B72BF7}" type="pres">
      <dgm:prSet presAssocID="{FB166823-F31E-4EA5-9565-5AA85E9E0D32}" presName="childText" presStyleLbl="bgAcc1" presStyleIdx="7" presStyleCnt="12">
        <dgm:presLayoutVars>
          <dgm:bulletEnabled val="1"/>
        </dgm:presLayoutVars>
      </dgm:prSet>
      <dgm:spPr/>
    </dgm:pt>
    <dgm:pt modelId="{9E326D9B-51EB-4FB3-AF25-9A5C327DF251}" type="pres">
      <dgm:prSet presAssocID="{96DF49C4-544A-4D95-A740-FB7D004822F8}" presName="root" presStyleCnt="0"/>
      <dgm:spPr/>
    </dgm:pt>
    <dgm:pt modelId="{5D00FB9D-BB86-48FB-A650-F115E236117C}" type="pres">
      <dgm:prSet presAssocID="{96DF49C4-544A-4D95-A740-FB7D004822F8}" presName="rootComposite" presStyleCnt="0"/>
      <dgm:spPr/>
    </dgm:pt>
    <dgm:pt modelId="{D5C9C0AB-CBDE-46BE-B4ED-5B31DF7644AF}" type="pres">
      <dgm:prSet presAssocID="{96DF49C4-544A-4D95-A740-FB7D004822F8}" presName="rootText" presStyleLbl="node1" presStyleIdx="2" presStyleCnt="3"/>
      <dgm:spPr/>
    </dgm:pt>
    <dgm:pt modelId="{CBDEA890-DE6D-4015-8737-D10F127F93A5}" type="pres">
      <dgm:prSet presAssocID="{96DF49C4-544A-4D95-A740-FB7D004822F8}" presName="rootConnector" presStyleLbl="node1" presStyleIdx="2" presStyleCnt="3"/>
      <dgm:spPr/>
    </dgm:pt>
    <dgm:pt modelId="{6F8EF0E1-C7EC-4457-9CFC-9FCBBD9533D8}" type="pres">
      <dgm:prSet presAssocID="{96DF49C4-544A-4D95-A740-FB7D004822F8}" presName="childShape" presStyleCnt="0"/>
      <dgm:spPr/>
    </dgm:pt>
    <dgm:pt modelId="{CBC3FAD1-7B8C-4B71-A532-AE24462B22F6}" type="pres">
      <dgm:prSet presAssocID="{8773BF45-6787-4140-A225-A465675511A5}" presName="Name13" presStyleLbl="parChTrans1D2" presStyleIdx="8" presStyleCnt="12"/>
      <dgm:spPr/>
    </dgm:pt>
    <dgm:pt modelId="{D4DFD1FA-FD4E-485E-A18C-86035872B919}" type="pres">
      <dgm:prSet presAssocID="{9326E0D5-FD9D-4F94-B0FA-45337B9FE800}" presName="childText" presStyleLbl="bgAcc1" presStyleIdx="8" presStyleCnt="12">
        <dgm:presLayoutVars>
          <dgm:bulletEnabled val="1"/>
        </dgm:presLayoutVars>
      </dgm:prSet>
      <dgm:spPr/>
    </dgm:pt>
    <dgm:pt modelId="{E27A7F73-BF31-480D-AB6E-3F2ED9194BC6}" type="pres">
      <dgm:prSet presAssocID="{D282BA42-7717-405A-8F44-23E2D20F09AB}" presName="Name13" presStyleLbl="parChTrans1D2" presStyleIdx="9" presStyleCnt="12"/>
      <dgm:spPr/>
    </dgm:pt>
    <dgm:pt modelId="{9E633DF1-B44F-43A9-9424-A7FC969A8BA7}" type="pres">
      <dgm:prSet presAssocID="{C4A637A5-3C14-4EDE-8AA4-09569912012A}" presName="childText" presStyleLbl="bgAcc1" presStyleIdx="9" presStyleCnt="12">
        <dgm:presLayoutVars>
          <dgm:bulletEnabled val="1"/>
        </dgm:presLayoutVars>
      </dgm:prSet>
      <dgm:spPr/>
    </dgm:pt>
    <dgm:pt modelId="{4885ED72-6658-47AA-A7AB-594DF01E583C}" type="pres">
      <dgm:prSet presAssocID="{E81F9D8D-BACF-43EC-ADEC-87BE7C6BDE6F}" presName="Name13" presStyleLbl="parChTrans1D2" presStyleIdx="10" presStyleCnt="12"/>
      <dgm:spPr/>
    </dgm:pt>
    <dgm:pt modelId="{9DC743CE-33EE-406F-B5B2-C4FE7E4CE561}" type="pres">
      <dgm:prSet presAssocID="{BF158A31-D5A4-47C7-82C6-3A11D4B24584}" presName="childText" presStyleLbl="bgAcc1" presStyleIdx="10" presStyleCnt="12">
        <dgm:presLayoutVars>
          <dgm:bulletEnabled val="1"/>
        </dgm:presLayoutVars>
      </dgm:prSet>
      <dgm:spPr/>
    </dgm:pt>
    <dgm:pt modelId="{203CB3D0-968A-4841-9902-DC4D9BE55E73}" type="pres">
      <dgm:prSet presAssocID="{5711601B-69FF-420E-8BFC-3E125ED7A89A}" presName="Name13" presStyleLbl="parChTrans1D2" presStyleIdx="11" presStyleCnt="12"/>
      <dgm:spPr/>
    </dgm:pt>
    <dgm:pt modelId="{8BA2E04A-CDB4-4089-881A-84B0F83124CC}" type="pres">
      <dgm:prSet presAssocID="{108A896E-21E5-44ED-9FE4-63DC0C9F2607}" presName="childText" presStyleLbl="bgAcc1" presStyleIdx="11" presStyleCnt="12">
        <dgm:presLayoutVars>
          <dgm:bulletEnabled val="1"/>
        </dgm:presLayoutVars>
      </dgm:prSet>
      <dgm:spPr/>
    </dgm:pt>
  </dgm:ptLst>
  <dgm:cxnLst>
    <dgm:cxn modelId="{3F42C400-1DC0-4C0C-8535-79E9765607E3}" type="presOf" srcId="{50E405A8-5F0E-48C0-9432-94B1F04A1D24}" destId="{6C745E7E-9B64-44DB-822E-3F5267303394}" srcOrd="0" destOrd="0" presId="urn:microsoft.com/office/officeart/2005/8/layout/hierarchy3"/>
    <dgm:cxn modelId="{FA65E508-C228-401C-9318-6EFE006C06D4}" type="presOf" srcId="{6C79591A-D632-4A61-8FB4-C15B204D8862}" destId="{3B704A03-9341-4E16-81C1-542C7D13C189}" srcOrd="0" destOrd="0" presId="urn:microsoft.com/office/officeart/2005/8/layout/hierarchy3"/>
    <dgm:cxn modelId="{BA77A009-135D-460D-BD88-F4CDB5FD6520}" type="presOf" srcId="{8BC6933C-EB08-40EB-8774-A6A7931E9969}" destId="{2D830414-6F35-4E19-B8A2-62CCCC1DB3F9}" srcOrd="0" destOrd="0" presId="urn:microsoft.com/office/officeart/2005/8/layout/hierarchy3"/>
    <dgm:cxn modelId="{8B269012-450A-4274-B8C7-EAC1BD7172B2}" srcId="{8BC6933C-EB08-40EB-8774-A6A7931E9969}" destId="{3A8F8F49-7CD1-4B9B-9006-4E68890E17D8}" srcOrd="1" destOrd="0" parTransId="{EF3C58B5-FEAF-4DA0-A275-382FD00E9628}" sibTransId="{1F250363-E6B3-467D-887C-ADDDBE0D274E}"/>
    <dgm:cxn modelId="{8764D014-235F-4CE5-97E4-994159CF4E7B}" type="presOf" srcId="{3A8F8F49-7CD1-4B9B-9006-4E68890E17D8}" destId="{0EC876F5-7D7B-417A-AA76-AE3ECAD0E685}" srcOrd="0" destOrd="0" presId="urn:microsoft.com/office/officeart/2005/8/layout/hierarchy3"/>
    <dgm:cxn modelId="{CCC97F2C-D328-4669-909C-A7FC06D4E8E7}" srcId="{8BC6933C-EB08-40EB-8774-A6A7931E9969}" destId="{8C85BA9A-FEFF-4EF5-BFB2-CCE69499636E}" srcOrd="2" destOrd="0" parTransId="{D7727EAB-B316-4E62-BAB0-F36FAC6E7CF5}" sibTransId="{36823B12-1C48-4C88-AF07-4451891CC3B3}"/>
    <dgm:cxn modelId="{A953DA38-958D-43EF-A73F-B6F698ED6A87}" type="presOf" srcId="{FB166823-F31E-4EA5-9565-5AA85E9E0D32}" destId="{A30ED5A8-F5A6-448C-9854-3C29A9B72BF7}" srcOrd="0" destOrd="0" presId="urn:microsoft.com/office/officeart/2005/8/layout/hierarchy3"/>
    <dgm:cxn modelId="{E581E13C-63E5-446C-9292-64A73C4418DA}" srcId="{96DF49C4-544A-4D95-A740-FB7D004822F8}" destId="{9326E0D5-FD9D-4F94-B0FA-45337B9FE800}" srcOrd="0" destOrd="0" parTransId="{8773BF45-6787-4140-A225-A465675511A5}" sibTransId="{9F5F7C31-0D6C-41C8-BA2F-A1201A1B0C8A}"/>
    <dgm:cxn modelId="{6C8CF33D-627D-433F-AE92-1D3B0D0F4239}" type="presOf" srcId="{8C85BA9A-FEFF-4EF5-BFB2-CCE69499636E}" destId="{EF3B3288-B7B0-4E6F-8E78-12E5F39CF927}" srcOrd="0" destOrd="0" presId="urn:microsoft.com/office/officeart/2005/8/layout/hierarchy3"/>
    <dgm:cxn modelId="{83EC4F40-3E5A-4D25-BF94-EFC1B1D3825A}" srcId="{D395D4BE-F1D1-45A0-B97A-BFD3A3099458}" destId="{4228F3ED-055B-49A7-B9A2-7C47C52A9136}" srcOrd="2" destOrd="0" parTransId="{50E405A8-5F0E-48C0-9432-94B1F04A1D24}" sibTransId="{D879BAB7-FACA-48D1-BB60-702F24CF55BD}"/>
    <dgm:cxn modelId="{AEFC9C5C-E9B7-4CFC-B5D7-3004272FFFCB}" type="presOf" srcId="{BF158A31-D5A4-47C7-82C6-3A11D4B24584}" destId="{9DC743CE-33EE-406F-B5B2-C4FE7E4CE561}" srcOrd="0" destOrd="0" presId="urn:microsoft.com/office/officeart/2005/8/layout/hierarchy3"/>
    <dgm:cxn modelId="{45F68F62-6F3A-4443-B776-8B899958F2CD}" type="presOf" srcId="{D395D4BE-F1D1-45A0-B97A-BFD3A3099458}" destId="{0FFAD34E-A5B1-4151-A06A-04655C5FF0F4}" srcOrd="0" destOrd="0" presId="urn:microsoft.com/office/officeart/2005/8/layout/hierarchy3"/>
    <dgm:cxn modelId="{077CB342-90B3-40E4-9A88-61F8E6D2CD5E}" type="presOf" srcId="{8BC6933C-EB08-40EB-8774-A6A7931E9969}" destId="{C48F9EE7-C2D6-41C4-8420-18F74E339C1A}" srcOrd="1" destOrd="0" presId="urn:microsoft.com/office/officeart/2005/8/layout/hierarchy3"/>
    <dgm:cxn modelId="{5341D448-E596-4E3D-92C5-B50C8D531D29}" srcId="{59EB8C2E-9C89-4330-9764-9D4D0C4E4860}" destId="{96DF49C4-544A-4D95-A740-FB7D004822F8}" srcOrd="2" destOrd="0" parTransId="{58272981-9FF4-4500-8925-1D30AC1C1A6B}" sibTransId="{1C5FC8D6-AFBB-4670-AE6A-FAEA9765F157}"/>
    <dgm:cxn modelId="{CE88E073-677A-44CF-BD02-5B9A1B7CE813}" type="presOf" srcId="{5982DBFA-4EDD-4F3B-B6BE-D36FF543D345}" destId="{4B37DEF0-B827-4563-80B3-71A849BD927E}" srcOrd="0" destOrd="0" presId="urn:microsoft.com/office/officeart/2005/8/layout/hierarchy3"/>
    <dgm:cxn modelId="{0069C755-C1CE-43F2-81A4-796A4A8584DB}" srcId="{96DF49C4-544A-4D95-A740-FB7D004822F8}" destId="{108A896E-21E5-44ED-9FE4-63DC0C9F2607}" srcOrd="3" destOrd="0" parTransId="{5711601B-69FF-420E-8BFC-3E125ED7A89A}" sibTransId="{3B7F78F3-4D8D-428E-B376-B853CE88ACCB}"/>
    <dgm:cxn modelId="{5A2D0F57-EA31-4751-9737-62ED3C0218CB}" srcId="{D395D4BE-F1D1-45A0-B97A-BFD3A3099458}" destId="{FB166823-F31E-4EA5-9565-5AA85E9E0D32}" srcOrd="3" destOrd="0" parTransId="{5982DBFA-4EDD-4F3B-B6BE-D36FF543D345}" sibTransId="{8223D8B3-9411-496E-B783-3F7258F4F406}"/>
    <dgm:cxn modelId="{ABD2A55A-C1A3-4A05-B087-C175CBFD0DC5}" type="presOf" srcId="{9326E0D5-FD9D-4F94-B0FA-45337B9FE800}" destId="{D4DFD1FA-FD4E-485E-A18C-86035872B919}" srcOrd="0" destOrd="0" presId="urn:microsoft.com/office/officeart/2005/8/layout/hierarchy3"/>
    <dgm:cxn modelId="{C6C5137B-342A-404C-8288-00514CC0102B}" type="presOf" srcId="{4228F3ED-055B-49A7-B9A2-7C47C52A9136}" destId="{C8F2EA4C-A93F-4847-8A1A-9D0EE24013F4}" srcOrd="0" destOrd="0" presId="urn:microsoft.com/office/officeart/2005/8/layout/hierarchy3"/>
    <dgm:cxn modelId="{32A83E7C-1B5F-4E40-BF47-C38F7A6E0FF3}" type="presOf" srcId="{D7727EAB-B316-4E62-BAB0-F36FAC6E7CF5}" destId="{72A50DF3-7F7C-4D96-935F-8C8AF0474B6E}" srcOrd="0" destOrd="0" presId="urn:microsoft.com/office/officeart/2005/8/layout/hierarchy3"/>
    <dgm:cxn modelId="{1CC5277F-A5B5-4BA4-9DB4-F5024D478835}" type="presOf" srcId="{6E605DF6-6E0B-424F-A2BD-B6A6D9E8226A}" destId="{4B288318-36AB-4807-93B0-E3ADE12B4502}" srcOrd="0" destOrd="0" presId="urn:microsoft.com/office/officeart/2005/8/layout/hierarchy3"/>
    <dgm:cxn modelId="{976D8785-1C99-4A7B-B5E0-2059F1987578}" type="presOf" srcId="{76E34C67-2493-46BF-9734-33A07F3608E3}" destId="{7BF32F9B-6CC9-43FF-822A-D587EB605735}" srcOrd="0" destOrd="0" presId="urn:microsoft.com/office/officeart/2005/8/layout/hierarchy3"/>
    <dgm:cxn modelId="{3B0D1E87-A8C6-41EF-869E-EA034CA75DD4}" type="presOf" srcId="{59EB8C2E-9C89-4330-9764-9D4D0C4E4860}" destId="{DA9F833E-EEEA-4079-B2B4-BE52BD188775}" srcOrd="0" destOrd="0" presId="urn:microsoft.com/office/officeart/2005/8/layout/hierarchy3"/>
    <dgm:cxn modelId="{89CEEF88-4B90-4CCA-9191-1AC38AEE4DBD}" srcId="{59EB8C2E-9C89-4330-9764-9D4D0C4E4860}" destId="{8BC6933C-EB08-40EB-8774-A6A7931E9969}" srcOrd="0" destOrd="0" parTransId="{A1D61312-E3E1-409D-90FB-657C0F09FC3D}" sibTransId="{D3648DD8-D877-4DD7-B614-0E58CE12D470}"/>
    <dgm:cxn modelId="{AC101A8A-1663-4154-83A2-F043295C00A2}" type="presOf" srcId="{EF3C58B5-FEAF-4DA0-A275-382FD00E9628}" destId="{63332981-5787-4429-B20E-70E986E47648}" srcOrd="0" destOrd="0" presId="urn:microsoft.com/office/officeart/2005/8/layout/hierarchy3"/>
    <dgm:cxn modelId="{182EDE92-20B3-4CAB-90FC-B3747A2E0423}" type="presOf" srcId="{5711601B-69FF-420E-8BFC-3E125ED7A89A}" destId="{203CB3D0-968A-4841-9902-DC4D9BE55E73}" srcOrd="0" destOrd="0" presId="urn:microsoft.com/office/officeart/2005/8/layout/hierarchy3"/>
    <dgm:cxn modelId="{32348993-7590-4B74-BF8C-BB3F3BC11088}" srcId="{D395D4BE-F1D1-45A0-B97A-BFD3A3099458}" destId="{76E34C67-2493-46BF-9734-33A07F3608E3}" srcOrd="0" destOrd="0" parTransId="{82BD1ACF-11FE-4A1C-9DFC-D320BBE7CC4F}" sibTransId="{53BEA204-E55C-4D48-B195-5810D42ACE73}"/>
    <dgm:cxn modelId="{0903C997-26B2-4841-8E38-2BE104F2AD37}" srcId="{8BC6933C-EB08-40EB-8774-A6A7931E9969}" destId="{6C79591A-D632-4A61-8FB4-C15B204D8862}" srcOrd="3" destOrd="0" parTransId="{FAA4A179-C514-4C18-A2BD-EB27FC318E04}" sibTransId="{E9456558-E8C3-4B5F-B3D7-09371110D479}"/>
    <dgm:cxn modelId="{1097F198-4CCC-4C35-AC0F-BE789D1350F4}" type="presOf" srcId="{108A896E-21E5-44ED-9FE4-63DC0C9F2607}" destId="{8BA2E04A-CDB4-4089-881A-84B0F83124CC}" srcOrd="0" destOrd="0" presId="urn:microsoft.com/office/officeart/2005/8/layout/hierarchy3"/>
    <dgm:cxn modelId="{788B689B-7483-4916-BDFB-DFE6CD663C75}" srcId="{8BC6933C-EB08-40EB-8774-A6A7931E9969}" destId="{72305D7C-C269-49E2-B116-94A864E5804C}" srcOrd="0" destOrd="0" parTransId="{EF1B57B9-2C8E-432D-9917-12F07A42F854}" sibTransId="{299BA6FC-4844-4259-A577-732C901A8E17}"/>
    <dgm:cxn modelId="{77A7749D-F2F0-4C52-ADBE-1BD8165A8E57}" type="presOf" srcId="{D395D4BE-F1D1-45A0-B97A-BFD3A3099458}" destId="{3DE00BF2-2FFA-477F-A927-225185E767EE}" srcOrd="1" destOrd="0" presId="urn:microsoft.com/office/officeart/2005/8/layout/hierarchy3"/>
    <dgm:cxn modelId="{430FFDA4-36A5-4E6D-8007-8E22C9B15C60}" type="presOf" srcId="{96DF49C4-544A-4D95-A740-FB7D004822F8}" destId="{D5C9C0AB-CBDE-46BE-B4ED-5B31DF7644AF}" srcOrd="0" destOrd="0" presId="urn:microsoft.com/office/officeart/2005/8/layout/hierarchy3"/>
    <dgm:cxn modelId="{D82CB4B5-E9B7-4BBD-BC74-2DD05C0DBE3A}" type="presOf" srcId="{EF1B57B9-2C8E-432D-9917-12F07A42F854}" destId="{2F887FE9-9EC0-4732-8340-CE8DF71238BE}" srcOrd="0" destOrd="0" presId="urn:microsoft.com/office/officeart/2005/8/layout/hierarchy3"/>
    <dgm:cxn modelId="{46CA1BB7-8696-49B3-9F08-452ED0AE7A35}" type="presOf" srcId="{D282BA42-7717-405A-8F44-23E2D20F09AB}" destId="{E27A7F73-BF31-480D-AB6E-3F2ED9194BC6}" srcOrd="0" destOrd="0" presId="urn:microsoft.com/office/officeart/2005/8/layout/hierarchy3"/>
    <dgm:cxn modelId="{09FCFDB7-26A6-4F3E-B2B7-474581A44573}" type="presOf" srcId="{E35A1758-C1A3-4018-8EDD-2878A658A71B}" destId="{0A82A821-14B6-445B-A08A-3E638604EB04}" srcOrd="0" destOrd="0" presId="urn:microsoft.com/office/officeart/2005/8/layout/hierarchy3"/>
    <dgm:cxn modelId="{EAC985B9-3885-4219-B010-6C8F1CFBD74F}" type="presOf" srcId="{FAA4A179-C514-4C18-A2BD-EB27FC318E04}" destId="{6537494E-8223-47C0-9DC9-9F89ADE9AD5A}" srcOrd="0" destOrd="0" presId="urn:microsoft.com/office/officeart/2005/8/layout/hierarchy3"/>
    <dgm:cxn modelId="{4ABD06BD-5037-4F91-91BE-AAC4DE058F57}" type="presOf" srcId="{E81F9D8D-BACF-43EC-ADEC-87BE7C6BDE6F}" destId="{4885ED72-6658-47AA-A7AB-594DF01E583C}" srcOrd="0" destOrd="0" presId="urn:microsoft.com/office/officeart/2005/8/layout/hierarchy3"/>
    <dgm:cxn modelId="{AD620EC5-F377-4CA1-BA8A-191A8B709CB4}" srcId="{96DF49C4-544A-4D95-A740-FB7D004822F8}" destId="{C4A637A5-3C14-4EDE-8AA4-09569912012A}" srcOrd="1" destOrd="0" parTransId="{D282BA42-7717-405A-8F44-23E2D20F09AB}" sibTransId="{A536BC82-83E4-4F8B-984E-C8823379F3CC}"/>
    <dgm:cxn modelId="{AEB253CE-00DF-4B9A-A89B-8A84099B4E3D}" type="presOf" srcId="{C4A637A5-3C14-4EDE-8AA4-09569912012A}" destId="{9E633DF1-B44F-43A9-9424-A7FC969A8BA7}" srcOrd="0" destOrd="0" presId="urn:microsoft.com/office/officeart/2005/8/layout/hierarchy3"/>
    <dgm:cxn modelId="{1BCA2DCF-423D-4C94-9EF4-14D53811E4FE}" type="presOf" srcId="{72305D7C-C269-49E2-B116-94A864E5804C}" destId="{8D97896E-659C-48EE-A941-BFC921B2DC12}" srcOrd="0" destOrd="0" presId="urn:microsoft.com/office/officeart/2005/8/layout/hierarchy3"/>
    <dgm:cxn modelId="{025285D0-12AD-448F-8C6B-733F06C571DB}" type="presOf" srcId="{8773BF45-6787-4140-A225-A465675511A5}" destId="{CBC3FAD1-7B8C-4B71-A532-AE24462B22F6}" srcOrd="0" destOrd="0" presId="urn:microsoft.com/office/officeart/2005/8/layout/hierarchy3"/>
    <dgm:cxn modelId="{29306CD2-BD40-424B-BC6C-50B6581E1B93}" type="presOf" srcId="{82BD1ACF-11FE-4A1C-9DFC-D320BBE7CC4F}" destId="{D499A456-92E6-4730-B63C-484F320FCF05}" srcOrd="0" destOrd="0" presId="urn:microsoft.com/office/officeart/2005/8/layout/hierarchy3"/>
    <dgm:cxn modelId="{A4277ADD-15E6-4983-9C3D-ADD96E03877F}" srcId="{59EB8C2E-9C89-4330-9764-9D4D0C4E4860}" destId="{D395D4BE-F1D1-45A0-B97A-BFD3A3099458}" srcOrd="1" destOrd="0" parTransId="{775119F2-0D98-4C5A-8801-6B6E0E770452}" sibTransId="{7E54213E-A9F3-47D7-89C5-2D84EF5E2B42}"/>
    <dgm:cxn modelId="{662866ED-97D4-41AE-935A-1BA4DE448C45}" srcId="{96DF49C4-544A-4D95-A740-FB7D004822F8}" destId="{BF158A31-D5A4-47C7-82C6-3A11D4B24584}" srcOrd="2" destOrd="0" parTransId="{E81F9D8D-BACF-43EC-ADEC-87BE7C6BDE6F}" sibTransId="{F2E877EB-FEA4-4310-982B-A086AB26CB0F}"/>
    <dgm:cxn modelId="{E3B720F6-D7FC-4E0A-B219-B9529CCA9A24}" srcId="{D395D4BE-F1D1-45A0-B97A-BFD3A3099458}" destId="{6E605DF6-6E0B-424F-A2BD-B6A6D9E8226A}" srcOrd="1" destOrd="0" parTransId="{E35A1758-C1A3-4018-8EDD-2878A658A71B}" sibTransId="{48995A4C-576C-484F-B765-09D6C37B903C}"/>
    <dgm:cxn modelId="{944121FF-51B6-4F3D-9CC6-E30545B64EE2}" type="presOf" srcId="{96DF49C4-544A-4D95-A740-FB7D004822F8}" destId="{CBDEA890-DE6D-4015-8737-D10F127F93A5}" srcOrd="1" destOrd="0" presId="urn:microsoft.com/office/officeart/2005/8/layout/hierarchy3"/>
    <dgm:cxn modelId="{95EEBE2D-10D3-469B-848F-04896E387516}" type="presParOf" srcId="{DA9F833E-EEEA-4079-B2B4-BE52BD188775}" destId="{9DE31294-E4C7-4F1B-9C95-5DED17714ABA}" srcOrd="0" destOrd="0" presId="urn:microsoft.com/office/officeart/2005/8/layout/hierarchy3"/>
    <dgm:cxn modelId="{54137CBA-C3CD-41E4-8052-BA0CAF1FF0DA}" type="presParOf" srcId="{9DE31294-E4C7-4F1B-9C95-5DED17714ABA}" destId="{039AFDCE-AE1F-4F31-8866-3DF3D637DB9B}" srcOrd="0" destOrd="0" presId="urn:microsoft.com/office/officeart/2005/8/layout/hierarchy3"/>
    <dgm:cxn modelId="{8E86FDEA-CEDF-469D-950E-F9FF856DCF83}" type="presParOf" srcId="{039AFDCE-AE1F-4F31-8866-3DF3D637DB9B}" destId="{2D830414-6F35-4E19-B8A2-62CCCC1DB3F9}" srcOrd="0" destOrd="0" presId="urn:microsoft.com/office/officeart/2005/8/layout/hierarchy3"/>
    <dgm:cxn modelId="{7010C0B5-3BBB-4409-9521-C38EE9DD1322}" type="presParOf" srcId="{039AFDCE-AE1F-4F31-8866-3DF3D637DB9B}" destId="{C48F9EE7-C2D6-41C4-8420-18F74E339C1A}" srcOrd="1" destOrd="0" presId="urn:microsoft.com/office/officeart/2005/8/layout/hierarchy3"/>
    <dgm:cxn modelId="{89176D18-D929-46C2-BDA2-96CC09CE0A7E}" type="presParOf" srcId="{9DE31294-E4C7-4F1B-9C95-5DED17714ABA}" destId="{C1A7DBB6-90B2-456C-8F7B-7601F8140ECC}" srcOrd="1" destOrd="0" presId="urn:microsoft.com/office/officeart/2005/8/layout/hierarchy3"/>
    <dgm:cxn modelId="{2834A69E-2126-4BDA-91E4-C4F77C4DC862}" type="presParOf" srcId="{C1A7DBB6-90B2-456C-8F7B-7601F8140ECC}" destId="{2F887FE9-9EC0-4732-8340-CE8DF71238BE}" srcOrd="0" destOrd="0" presId="urn:microsoft.com/office/officeart/2005/8/layout/hierarchy3"/>
    <dgm:cxn modelId="{E7671090-850E-4887-BBBF-929EDC0299C7}" type="presParOf" srcId="{C1A7DBB6-90B2-456C-8F7B-7601F8140ECC}" destId="{8D97896E-659C-48EE-A941-BFC921B2DC12}" srcOrd="1" destOrd="0" presId="urn:microsoft.com/office/officeart/2005/8/layout/hierarchy3"/>
    <dgm:cxn modelId="{47A5E50E-B9B4-47BA-9BC0-C16F5D53D8AF}" type="presParOf" srcId="{C1A7DBB6-90B2-456C-8F7B-7601F8140ECC}" destId="{63332981-5787-4429-B20E-70E986E47648}" srcOrd="2" destOrd="0" presId="urn:microsoft.com/office/officeart/2005/8/layout/hierarchy3"/>
    <dgm:cxn modelId="{16A29ED2-D559-4497-8F57-A73EBBEB84D6}" type="presParOf" srcId="{C1A7DBB6-90B2-456C-8F7B-7601F8140ECC}" destId="{0EC876F5-7D7B-417A-AA76-AE3ECAD0E685}" srcOrd="3" destOrd="0" presId="urn:microsoft.com/office/officeart/2005/8/layout/hierarchy3"/>
    <dgm:cxn modelId="{405A7466-E14F-451B-8FD1-811EF54E7007}" type="presParOf" srcId="{C1A7DBB6-90B2-456C-8F7B-7601F8140ECC}" destId="{72A50DF3-7F7C-4D96-935F-8C8AF0474B6E}" srcOrd="4" destOrd="0" presId="urn:microsoft.com/office/officeart/2005/8/layout/hierarchy3"/>
    <dgm:cxn modelId="{63A6449E-B3DB-4D0C-8BD5-F73CCEE16C80}" type="presParOf" srcId="{C1A7DBB6-90B2-456C-8F7B-7601F8140ECC}" destId="{EF3B3288-B7B0-4E6F-8E78-12E5F39CF927}" srcOrd="5" destOrd="0" presId="urn:microsoft.com/office/officeart/2005/8/layout/hierarchy3"/>
    <dgm:cxn modelId="{C4DC2A9A-45B7-4DD4-8F19-2345093748B2}" type="presParOf" srcId="{C1A7DBB6-90B2-456C-8F7B-7601F8140ECC}" destId="{6537494E-8223-47C0-9DC9-9F89ADE9AD5A}" srcOrd="6" destOrd="0" presId="urn:microsoft.com/office/officeart/2005/8/layout/hierarchy3"/>
    <dgm:cxn modelId="{90DA23FE-0F7E-4B11-BEFA-217379CFDF8D}" type="presParOf" srcId="{C1A7DBB6-90B2-456C-8F7B-7601F8140ECC}" destId="{3B704A03-9341-4E16-81C1-542C7D13C189}" srcOrd="7" destOrd="0" presId="urn:microsoft.com/office/officeart/2005/8/layout/hierarchy3"/>
    <dgm:cxn modelId="{11782622-5F4B-416F-9CCA-6DB0093C1B8C}" type="presParOf" srcId="{DA9F833E-EEEA-4079-B2B4-BE52BD188775}" destId="{2056423B-213A-4657-AE7C-41345E2A5599}" srcOrd="1" destOrd="0" presId="urn:microsoft.com/office/officeart/2005/8/layout/hierarchy3"/>
    <dgm:cxn modelId="{79663E17-B98D-494C-B916-1CE6C2C6C4E7}" type="presParOf" srcId="{2056423B-213A-4657-AE7C-41345E2A5599}" destId="{222BEAFA-DF75-49DA-8796-329927E8C16B}" srcOrd="0" destOrd="0" presId="urn:microsoft.com/office/officeart/2005/8/layout/hierarchy3"/>
    <dgm:cxn modelId="{823B5FAB-AE07-4C91-AB18-2E846D3CBF3B}" type="presParOf" srcId="{222BEAFA-DF75-49DA-8796-329927E8C16B}" destId="{0FFAD34E-A5B1-4151-A06A-04655C5FF0F4}" srcOrd="0" destOrd="0" presId="urn:microsoft.com/office/officeart/2005/8/layout/hierarchy3"/>
    <dgm:cxn modelId="{3338DE7D-2652-4A7C-9C8F-FF55BCA89289}" type="presParOf" srcId="{222BEAFA-DF75-49DA-8796-329927E8C16B}" destId="{3DE00BF2-2FFA-477F-A927-225185E767EE}" srcOrd="1" destOrd="0" presId="urn:microsoft.com/office/officeart/2005/8/layout/hierarchy3"/>
    <dgm:cxn modelId="{714DDBF7-BF6E-4572-8AC3-D25917023E62}" type="presParOf" srcId="{2056423B-213A-4657-AE7C-41345E2A5599}" destId="{207A09EA-C07D-4DB9-BC87-E711F47A5791}" srcOrd="1" destOrd="0" presId="urn:microsoft.com/office/officeart/2005/8/layout/hierarchy3"/>
    <dgm:cxn modelId="{D5B4AFF2-CC14-4F59-935C-EC2936543E76}" type="presParOf" srcId="{207A09EA-C07D-4DB9-BC87-E711F47A5791}" destId="{D499A456-92E6-4730-B63C-484F320FCF05}" srcOrd="0" destOrd="0" presId="urn:microsoft.com/office/officeart/2005/8/layout/hierarchy3"/>
    <dgm:cxn modelId="{F06E22FD-773F-440B-B5FE-FEFF18D896D4}" type="presParOf" srcId="{207A09EA-C07D-4DB9-BC87-E711F47A5791}" destId="{7BF32F9B-6CC9-43FF-822A-D587EB605735}" srcOrd="1" destOrd="0" presId="urn:microsoft.com/office/officeart/2005/8/layout/hierarchy3"/>
    <dgm:cxn modelId="{B8801A43-55DB-4E10-81CB-70A42CFEFE86}" type="presParOf" srcId="{207A09EA-C07D-4DB9-BC87-E711F47A5791}" destId="{0A82A821-14B6-445B-A08A-3E638604EB04}" srcOrd="2" destOrd="0" presId="urn:microsoft.com/office/officeart/2005/8/layout/hierarchy3"/>
    <dgm:cxn modelId="{FEF95943-CC73-4618-965E-BF507E7CAB15}" type="presParOf" srcId="{207A09EA-C07D-4DB9-BC87-E711F47A5791}" destId="{4B288318-36AB-4807-93B0-E3ADE12B4502}" srcOrd="3" destOrd="0" presId="urn:microsoft.com/office/officeart/2005/8/layout/hierarchy3"/>
    <dgm:cxn modelId="{236F2C76-FBF1-4210-88DD-EB9B7F6773FB}" type="presParOf" srcId="{207A09EA-C07D-4DB9-BC87-E711F47A5791}" destId="{6C745E7E-9B64-44DB-822E-3F5267303394}" srcOrd="4" destOrd="0" presId="urn:microsoft.com/office/officeart/2005/8/layout/hierarchy3"/>
    <dgm:cxn modelId="{E7AD7338-D117-4C76-A319-A687BF7555E9}" type="presParOf" srcId="{207A09EA-C07D-4DB9-BC87-E711F47A5791}" destId="{C8F2EA4C-A93F-4847-8A1A-9D0EE24013F4}" srcOrd="5" destOrd="0" presId="urn:microsoft.com/office/officeart/2005/8/layout/hierarchy3"/>
    <dgm:cxn modelId="{774CF550-6900-408B-8001-85192E23E163}" type="presParOf" srcId="{207A09EA-C07D-4DB9-BC87-E711F47A5791}" destId="{4B37DEF0-B827-4563-80B3-71A849BD927E}" srcOrd="6" destOrd="0" presId="urn:microsoft.com/office/officeart/2005/8/layout/hierarchy3"/>
    <dgm:cxn modelId="{0F86AED1-A04D-48F0-8B83-4A0D7D263694}" type="presParOf" srcId="{207A09EA-C07D-4DB9-BC87-E711F47A5791}" destId="{A30ED5A8-F5A6-448C-9854-3C29A9B72BF7}" srcOrd="7" destOrd="0" presId="urn:microsoft.com/office/officeart/2005/8/layout/hierarchy3"/>
    <dgm:cxn modelId="{34A0F131-DC43-4C15-BF45-8E43734C0673}" type="presParOf" srcId="{DA9F833E-EEEA-4079-B2B4-BE52BD188775}" destId="{9E326D9B-51EB-4FB3-AF25-9A5C327DF251}" srcOrd="2" destOrd="0" presId="urn:microsoft.com/office/officeart/2005/8/layout/hierarchy3"/>
    <dgm:cxn modelId="{CEE93D51-6AF9-4726-ADD6-2DC752811FF3}" type="presParOf" srcId="{9E326D9B-51EB-4FB3-AF25-9A5C327DF251}" destId="{5D00FB9D-BB86-48FB-A650-F115E236117C}" srcOrd="0" destOrd="0" presId="urn:microsoft.com/office/officeart/2005/8/layout/hierarchy3"/>
    <dgm:cxn modelId="{0129FC7C-C652-41B4-9761-2865F1C3A9EB}" type="presParOf" srcId="{5D00FB9D-BB86-48FB-A650-F115E236117C}" destId="{D5C9C0AB-CBDE-46BE-B4ED-5B31DF7644AF}" srcOrd="0" destOrd="0" presId="urn:microsoft.com/office/officeart/2005/8/layout/hierarchy3"/>
    <dgm:cxn modelId="{3B02E3FA-3F28-4037-980E-3D174346B126}" type="presParOf" srcId="{5D00FB9D-BB86-48FB-A650-F115E236117C}" destId="{CBDEA890-DE6D-4015-8737-D10F127F93A5}" srcOrd="1" destOrd="0" presId="urn:microsoft.com/office/officeart/2005/8/layout/hierarchy3"/>
    <dgm:cxn modelId="{615935A9-42EB-474C-82A2-6721D378119F}" type="presParOf" srcId="{9E326D9B-51EB-4FB3-AF25-9A5C327DF251}" destId="{6F8EF0E1-C7EC-4457-9CFC-9FCBBD9533D8}" srcOrd="1" destOrd="0" presId="urn:microsoft.com/office/officeart/2005/8/layout/hierarchy3"/>
    <dgm:cxn modelId="{D55399A7-E41C-47DF-8C1F-8D1B77330D82}" type="presParOf" srcId="{6F8EF0E1-C7EC-4457-9CFC-9FCBBD9533D8}" destId="{CBC3FAD1-7B8C-4B71-A532-AE24462B22F6}" srcOrd="0" destOrd="0" presId="urn:microsoft.com/office/officeart/2005/8/layout/hierarchy3"/>
    <dgm:cxn modelId="{8C9675A7-03EB-44A7-B64C-DC0F1948E984}" type="presParOf" srcId="{6F8EF0E1-C7EC-4457-9CFC-9FCBBD9533D8}" destId="{D4DFD1FA-FD4E-485E-A18C-86035872B919}" srcOrd="1" destOrd="0" presId="urn:microsoft.com/office/officeart/2005/8/layout/hierarchy3"/>
    <dgm:cxn modelId="{79955D5B-DF06-4FAC-88AD-D92CC3FA8937}" type="presParOf" srcId="{6F8EF0E1-C7EC-4457-9CFC-9FCBBD9533D8}" destId="{E27A7F73-BF31-480D-AB6E-3F2ED9194BC6}" srcOrd="2" destOrd="0" presId="urn:microsoft.com/office/officeart/2005/8/layout/hierarchy3"/>
    <dgm:cxn modelId="{7C5A2523-B397-4073-8688-21C81C324458}" type="presParOf" srcId="{6F8EF0E1-C7EC-4457-9CFC-9FCBBD9533D8}" destId="{9E633DF1-B44F-43A9-9424-A7FC969A8BA7}" srcOrd="3" destOrd="0" presId="urn:microsoft.com/office/officeart/2005/8/layout/hierarchy3"/>
    <dgm:cxn modelId="{8A48CDB2-A861-4583-8AA3-D10713CF0958}" type="presParOf" srcId="{6F8EF0E1-C7EC-4457-9CFC-9FCBBD9533D8}" destId="{4885ED72-6658-47AA-A7AB-594DF01E583C}" srcOrd="4" destOrd="0" presId="urn:microsoft.com/office/officeart/2005/8/layout/hierarchy3"/>
    <dgm:cxn modelId="{6C33F146-F122-41A1-ACC4-1FEFB79E72F0}" type="presParOf" srcId="{6F8EF0E1-C7EC-4457-9CFC-9FCBBD9533D8}" destId="{9DC743CE-33EE-406F-B5B2-C4FE7E4CE561}" srcOrd="5" destOrd="0" presId="urn:microsoft.com/office/officeart/2005/8/layout/hierarchy3"/>
    <dgm:cxn modelId="{FB2EA38F-B633-4C28-B283-C97BD3B4B64A}" type="presParOf" srcId="{6F8EF0E1-C7EC-4457-9CFC-9FCBBD9533D8}" destId="{203CB3D0-968A-4841-9902-DC4D9BE55E73}" srcOrd="6" destOrd="0" presId="urn:microsoft.com/office/officeart/2005/8/layout/hierarchy3"/>
    <dgm:cxn modelId="{052AA88C-B4FA-4DE3-B7A4-AAEED3C5BC99}" type="presParOf" srcId="{6F8EF0E1-C7EC-4457-9CFC-9FCBBD9533D8}" destId="{8BA2E04A-CDB4-4089-881A-84B0F83124CC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EB8C2E-9C89-4330-9764-9D4D0C4E4860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8BC6933C-EB08-40EB-8774-A6A7931E9969}">
      <dgm:prSet phldrT="[Text]" phldr="0" custT="1"/>
      <dgm:spPr/>
      <dgm:t>
        <a:bodyPr/>
        <a:lstStyle/>
        <a:p>
          <a:r>
            <a:rPr lang="en-US" sz="1400"/>
            <a:t>Customer Feedback Analysis</a:t>
          </a:r>
          <a:endParaRPr lang="en-PK" sz="1400" dirty="0"/>
        </a:p>
      </dgm:t>
    </dgm:pt>
    <dgm:pt modelId="{A1D61312-E3E1-409D-90FB-657C0F09FC3D}" type="parTrans" cxnId="{89CEEF88-4B90-4CCA-9191-1AC38AEE4DBD}">
      <dgm:prSet/>
      <dgm:spPr/>
      <dgm:t>
        <a:bodyPr/>
        <a:lstStyle/>
        <a:p>
          <a:endParaRPr lang="en-PK"/>
        </a:p>
      </dgm:t>
    </dgm:pt>
    <dgm:pt modelId="{D3648DD8-D877-4DD7-B614-0E58CE12D470}" type="sibTrans" cxnId="{89CEEF88-4B90-4CCA-9191-1AC38AEE4DBD}">
      <dgm:prSet/>
      <dgm:spPr/>
      <dgm:t>
        <a:bodyPr/>
        <a:lstStyle/>
        <a:p>
          <a:endParaRPr lang="en-PK"/>
        </a:p>
      </dgm:t>
    </dgm:pt>
    <dgm:pt modelId="{D395D4BE-F1D1-45A0-B97A-BFD3A3099458}">
      <dgm:prSet phldrT="[Text]" phldr="0" custT="1"/>
      <dgm:spPr/>
      <dgm:t>
        <a:bodyPr/>
        <a:lstStyle/>
        <a:p>
          <a:r>
            <a:rPr lang="en-US" sz="1400" dirty="0"/>
            <a:t>Marketing and delivery Performance</a:t>
          </a:r>
          <a:endParaRPr lang="en-PK" sz="1400" dirty="0"/>
        </a:p>
      </dgm:t>
    </dgm:pt>
    <dgm:pt modelId="{775119F2-0D98-4C5A-8801-6B6E0E770452}" type="parTrans" cxnId="{A4277ADD-15E6-4983-9C3D-ADD96E03877F}">
      <dgm:prSet/>
      <dgm:spPr/>
      <dgm:t>
        <a:bodyPr/>
        <a:lstStyle/>
        <a:p>
          <a:endParaRPr lang="en-PK"/>
        </a:p>
      </dgm:t>
    </dgm:pt>
    <dgm:pt modelId="{7E54213E-A9F3-47D7-89C5-2D84EF5E2B42}" type="sibTrans" cxnId="{A4277ADD-15E6-4983-9C3D-ADD96E03877F}">
      <dgm:prSet/>
      <dgm:spPr/>
      <dgm:t>
        <a:bodyPr/>
        <a:lstStyle/>
        <a:p>
          <a:endParaRPr lang="en-PK"/>
        </a:p>
      </dgm:t>
    </dgm:pt>
    <dgm:pt modelId="{96DF49C4-544A-4D95-A740-FB7D004822F8}">
      <dgm:prSet phldrT="[Text]" phldr="0" custT="1"/>
      <dgm:spPr/>
      <dgm:t>
        <a:bodyPr/>
        <a:lstStyle/>
        <a:p>
          <a:r>
            <a:rPr lang="en-US" sz="1400" dirty="0"/>
            <a:t>Inventory Analysis</a:t>
          </a:r>
          <a:endParaRPr lang="en-PK" sz="1400" dirty="0"/>
        </a:p>
      </dgm:t>
    </dgm:pt>
    <dgm:pt modelId="{58272981-9FF4-4500-8925-1D30AC1C1A6B}" type="parTrans" cxnId="{5341D448-E596-4E3D-92C5-B50C8D531D29}">
      <dgm:prSet/>
      <dgm:spPr/>
      <dgm:t>
        <a:bodyPr/>
        <a:lstStyle/>
        <a:p>
          <a:endParaRPr lang="en-PK"/>
        </a:p>
      </dgm:t>
    </dgm:pt>
    <dgm:pt modelId="{1C5FC8D6-AFBB-4670-AE6A-FAEA9765F157}" type="sibTrans" cxnId="{5341D448-E596-4E3D-92C5-B50C8D531D29}">
      <dgm:prSet/>
      <dgm:spPr/>
      <dgm:t>
        <a:bodyPr/>
        <a:lstStyle/>
        <a:p>
          <a:endParaRPr lang="en-PK"/>
        </a:p>
      </dgm:t>
    </dgm:pt>
    <dgm:pt modelId="{9326E0D5-FD9D-4F94-B0FA-45337B9FE800}">
      <dgm:prSet phldrT="[Text]" phldr="0" custT="1"/>
      <dgm:spPr/>
      <dgm:t>
        <a:bodyPr/>
        <a:lstStyle/>
        <a:p>
          <a:r>
            <a:rPr lang="en-US" sz="1400" b="0"/>
            <a:t>Delivery Status By Orders</a:t>
          </a:r>
          <a:endParaRPr lang="en-PK" sz="1400" b="0" dirty="0"/>
        </a:p>
      </dgm:t>
    </dgm:pt>
    <dgm:pt modelId="{8773BF45-6787-4140-A225-A465675511A5}" type="parTrans" cxnId="{E581E13C-63E5-446C-9292-64A73C4418DA}">
      <dgm:prSet/>
      <dgm:spPr/>
      <dgm:t>
        <a:bodyPr/>
        <a:lstStyle/>
        <a:p>
          <a:endParaRPr lang="en-PK"/>
        </a:p>
      </dgm:t>
    </dgm:pt>
    <dgm:pt modelId="{9F5F7C31-0D6C-41C8-BA2F-A1201A1B0C8A}" type="sibTrans" cxnId="{E581E13C-63E5-446C-9292-64A73C4418DA}">
      <dgm:prSet/>
      <dgm:spPr/>
      <dgm:t>
        <a:bodyPr/>
        <a:lstStyle/>
        <a:p>
          <a:endParaRPr lang="en-PK"/>
        </a:p>
      </dgm:t>
    </dgm:pt>
    <dgm:pt modelId="{200F9391-686E-4395-AB2A-E1E20BB65290}">
      <dgm:prSet phldrT="[Text]" phldr="0" custT="1"/>
      <dgm:spPr/>
      <dgm:t>
        <a:bodyPr/>
        <a:lstStyle/>
        <a:p>
          <a:r>
            <a:rPr lang="en-US" sz="1400"/>
            <a:t>FeedBack By Rating</a:t>
          </a:r>
          <a:endParaRPr lang="en-PK" sz="1400" dirty="0"/>
        </a:p>
      </dgm:t>
    </dgm:pt>
    <dgm:pt modelId="{3B146CED-8D9B-462C-BCBD-53BE89600FCD}" type="parTrans" cxnId="{14381CC7-8024-4A4C-9985-962C6DB6C082}">
      <dgm:prSet/>
      <dgm:spPr/>
      <dgm:t>
        <a:bodyPr/>
        <a:lstStyle/>
        <a:p>
          <a:endParaRPr lang="en-PK"/>
        </a:p>
      </dgm:t>
    </dgm:pt>
    <dgm:pt modelId="{BD973F29-819D-44BE-B871-3A7DFAF943F2}" type="sibTrans" cxnId="{14381CC7-8024-4A4C-9985-962C6DB6C082}">
      <dgm:prSet/>
      <dgm:spPr/>
      <dgm:t>
        <a:bodyPr/>
        <a:lstStyle/>
        <a:p>
          <a:endParaRPr lang="en-PK"/>
        </a:p>
      </dgm:t>
    </dgm:pt>
    <dgm:pt modelId="{7544DC34-72E0-472E-81BE-F7D3E4E8926F}">
      <dgm:prSet phldrT="[Text]" phldr="0" custT="1"/>
      <dgm:spPr/>
      <dgm:t>
        <a:bodyPr/>
        <a:lstStyle/>
        <a:p>
          <a:r>
            <a:rPr lang="en-US" sz="1400"/>
            <a:t>Customer By Sentiments</a:t>
          </a:r>
          <a:endParaRPr lang="en-PK" sz="1400" dirty="0"/>
        </a:p>
      </dgm:t>
    </dgm:pt>
    <dgm:pt modelId="{53B772B0-02E0-4386-B34D-9E2572B2C51C}" type="parTrans" cxnId="{CA83F4F0-5B61-4593-9BFF-794E3287EE3B}">
      <dgm:prSet/>
      <dgm:spPr/>
      <dgm:t>
        <a:bodyPr/>
        <a:lstStyle/>
        <a:p>
          <a:endParaRPr lang="en-PK"/>
        </a:p>
      </dgm:t>
    </dgm:pt>
    <dgm:pt modelId="{E8C20899-D897-4943-901E-5A25321D5A04}" type="sibTrans" cxnId="{CA83F4F0-5B61-4593-9BFF-794E3287EE3B}">
      <dgm:prSet/>
      <dgm:spPr/>
      <dgm:t>
        <a:bodyPr/>
        <a:lstStyle/>
        <a:p>
          <a:endParaRPr lang="en-PK"/>
        </a:p>
      </dgm:t>
    </dgm:pt>
    <dgm:pt modelId="{DDAA1828-E34E-4854-B472-606DA3A7ED63}">
      <dgm:prSet phldrT="[Text]" phldr="0" custT="1"/>
      <dgm:spPr/>
      <dgm:t>
        <a:bodyPr/>
        <a:lstStyle/>
        <a:p>
          <a:r>
            <a:rPr lang="en-US" sz="1400"/>
            <a:t>Orders by Areas</a:t>
          </a:r>
          <a:endParaRPr lang="en-PK" sz="1400" dirty="0"/>
        </a:p>
      </dgm:t>
    </dgm:pt>
    <dgm:pt modelId="{7156EFC4-9A06-478F-8C89-2CAE9DB92012}" type="parTrans" cxnId="{67E5837A-939E-4676-84DF-6958664BF03F}">
      <dgm:prSet/>
      <dgm:spPr/>
      <dgm:t>
        <a:bodyPr/>
        <a:lstStyle/>
        <a:p>
          <a:endParaRPr lang="en-PK"/>
        </a:p>
      </dgm:t>
    </dgm:pt>
    <dgm:pt modelId="{8AAE33D0-C289-4CB9-A486-7037BE5F4D04}" type="sibTrans" cxnId="{67E5837A-939E-4676-84DF-6958664BF03F}">
      <dgm:prSet/>
      <dgm:spPr/>
      <dgm:t>
        <a:bodyPr/>
        <a:lstStyle/>
        <a:p>
          <a:endParaRPr lang="en-PK"/>
        </a:p>
      </dgm:t>
    </dgm:pt>
    <dgm:pt modelId="{ED885DB0-EE81-46BC-A8A1-C5CDFB44F986}">
      <dgm:prSet phldrT="[Text]" phldr="0" custT="1"/>
      <dgm:spPr/>
      <dgm:t>
        <a:bodyPr/>
        <a:lstStyle/>
        <a:p>
          <a:r>
            <a:rPr lang="en-US" sz="1400"/>
            <a:t>Feedback and Rating by Month and Year</a:t>
          </a:r>
          <a:endParaRPr lang="en-PK" sz="1400" dirty="0"/>
        </a:p>
      </dgm:t>
    </dgm:pt>
    <dgm:pt modelId="{4DB25D6D-6AF8-4D1B-8AA6-901BFDDD114F}" type="parTrans" cxnId="{22A61E2F-1236-4FE2-B8F3-95114F4B90DA}">
      <dgm:prSet/>
      <dgm:spPr/>
      <dgm:t>
        <a:bodyPr/>
        <a:lstStyle/>
        <a:p>
          <a:endParaRPr lang="en-PK"/>
        </a:p>
      </dgm:t>
    </dgm:pt>
    <dgm:pt modelId="{349966A1-5879-4991-A2FD-704DBCF3BF6B}" type="sibTrans" cxnId="{22A61E2F-1236-4FE2-B8F3-95114F4B90DA}">
      <dgm:prSet/>
      <dgm:spPr/>
      <dgm:t>
        <a:bodyPr/>
        <a:lstStyle/>
        <a:p>
          <a:endParaRPr lang="en-PK"/>
        </a:p>
      </dgm:t>
    </dgm:pt>
    <dgm:pt modelId="{E81786AC-C443-426A-9BA3-1F87E5F08D64}">
      <dgm:prSet phldrT="[Text]" phldr="0" custT="1"/>
      <dgm:spPr/>
      <dgm:t>
        <a:bodyPr/>
        <a:lstStyle/>
        <a:p>
          <a:r>
            <a:rPr lang="en-US" sz="1400"/>
            <a:t>Orders by Satisfaction</a:t>
          </a:r>
          <a:endParaRPr lang="en-PK" sz="1400" dirty="0"/>
        </a:p>
      </dgm:t>
    </dgm:pt>
    <dgm:pt modelId="{DB8F7A86-A79D-438F-BA62-1DFFE9867B89}" type="parTrans" cxnId="{4EEBA19F-ADCE-47DA-BB1E-438753ADD06C}">
      <dgm:prSet/>
      <dgm:spPr/>
      <dgm:t>
        <a:bodyPr/>
        <a:lstStyle/>
        <a:p>
          <a:endParaRPr lang="en-PK"/>
        </a:p>
      </dgm:t>
    </dgm:pt>
    <dgm:pt modelId="{E949C860-2186-40EB-A01A-CF30D55E9649}" type="sibTrans" cxnId="{4EEBA19F-ADCE-47DA-BB1E-438753ADD06C}">
      <dgm:prSet/>
      <dgm:spPr/>
      <dgm:t>
        <a:bodyPr/>
        <a:lstStyle/>
        <a:p>
          <a:endParaRPr lang="en-PK"/>
        </a:p>
      </dgm:t>
    </dgm:pt>
    <dgm:pt modelId="{326422A6-DE33-4D16-935D-B01A726837B1}">
      <dgm:prSet phldrT="[Text]" phldr="0" custT="1"/>
      <dgm:spPr/>
      <dgm:t>
        <a:bodyPr/>
        <a:lstStyle/>
        <a:p>
          <a:r>
            <a:rPr lang="en-US" sz="1400"/>
            <a:t>Revenue Generated vs Total Spending by Channel</a:t>
          </a:r>
          <a:endParaRPr lang="en-PK" sz="1400" dirty="0"/>
        </a:p>
      </dgm:t>
    </dgm:pt>
    <dgm:pt modelId="{98CB5A4B-A3E9-4749-94E0-4D6719F01B27}" type="parTrans" cxnId="{DB2B536E-2808-4B29-BAFE-D876694B4C87}">
      <dgm:prSet/>
      <dgm:spPr/>
      <dgm:t>
        <a:bodyPr/>
        <a:lstStyle/>
        <a:p>
          <a:endParaRPr lang="en-PK"/>
        </a:p>
      </dgm:t>
    </dgm:pt>
    <dgm:pt modelId="{6BE54EFF-73AE-43B8-BF96-A236E9C5F2D2}" type="sibTrans" cxnId="{DB2B536E-2808-4B29-BAFE-D876694B4C87}">
      <dgm:prSet/>
      <dgm:spPr/>
      <dgm:t>
        <a:bodyPr/>
        <a:lstStyle/>
        <a:p>
          <a:endParaRPr lang="en-PK"/>
        </a:p>
      </dgm:t>
    </dgm:pt>
    <dgm:pt modelId="{3CE231D1-14FE-4D4B-9103-ECBB86ED6359}">
      <dgm:prSet phldrT="[Text]" phldr="0" custT="1"/>
      <dgm:spPr/>
      <dgm:t>
        <a:bodyPr/>
        <a:lstStyle/>
        <a:p>
          <a:r>
            <a:rPr lang="en-US" sz="1400" dirty="0"/>
            <a:t>On-time Vs Late delivery</a:t>
          </a:r>
          <a:endParaRPr lang="en-PK" sz="1400" dirty="0"/>
        </a:p>
      </dgm:t>
    </dgm:pt>
    <dgm:pt modelId="{A54586A1-037C-485B-A057-DD6117107328}" type="parTrans" cxnId="{74E3E2E8-A38F-45B5-8BD9-02E263FDAC5C}">
      <dgm:prSet/>
      <dgm:spPr/>
      <dgm:t>
        <a:bodyPr/>
        <a:lstStyle/>
        <a:p>
          <a:endParaRPr lang="en-PK"/>
        </a:p>
      </dgm:t>
    </dgm:pt>
    <dgm:pt modelId="{46E33FFE-E05A-4A8E-8B6C-09A2D96EA153}" type="sibTrans" cxnId="{74E3E2E8-A38F-45B5-8BD9-02E263FDAC5C}">
      <dgm:prSet/>
      <dgm:spPr/>
      <dgm:t>
        <a:bodyPr/>
        <a:lstStyle/>
        <a:p>
          <a:endParaRPr lang="en-PK"/>
        </a:p>
      </dgm:t>
    </dgm:pt>
    <dgm:pt modelId="{E4CEA7E6-7D90-49CC-B4F7-3F530DE30B2E}">
      <dgm:prSet phldrT="[Text]" phldr="0" custT="1"/>
      <dgm:spPr/>
      <dgm:t>
        <a:bodyPr/>
        <a:lstStyle/>
        <a:p>
          <a:r>
            <a:rPr lang="en-US" sz="1400"/>
            <a:t>Conversion By Targetted Audience</a:t>
          </a:r>
          <a:endParaRPr lang="en-PK" sz="1400" dirty="0"/>
        </a:p>
      </dgm:t>
    </dgm:pt>
    <dgm:pt modelId="{6EFBB1F5-8FC8-4A69-813B-ADE29AA68354}" type="parTrans" cxnId="{74A6B90B-B59B-4AA0-B6F0-3B4EE785AC75}">
      <dgm:prSet/>
      <dgm:spPr/>
      <dgm:t>
        <a:bodyPr/>
        <a:lstStyle/>
        <a:p>
          <a:endParaRPr lang="en-PK"/>
        </a:p>
      </dgm:t>
    </dgm:pt>
    <dgm:pt modelId="{02953083-8BD4-4274-8F9B-1011A1744816}" type="sibTrans" cxnId="{74A6B90B-B59B-4AA0-B6F0-3B4EE785AC75}">
      <dgm:prSet/>
      <dgm:spPr/>
      <dgm:t>
        <a:bodyPr/>
        <a:lstStyle/>
        <a:p>
          <a:endParaRPr lang="en-PK"/>
        </a:p>
      </dgm:t>
    </dgm:pt>
    <dgm:pt modelId="{FEFF31F3-BB02-4FE4-AF27-BE2512D311A5}">
      <dgm:prSet phldrT="[Text]" phldr="0" custT="1"/>
      <dgm:spPr/>
      <dgm:t>
        <a:bodyPr/>
        <a:lstStyle/>
        <a:p>
          <a:r>
            <a:rPr lang="en-US" sz="1400"/>
            <a:t>ROAS By Campaign Name</a:t>
          </a:r>
          <a:endParaRPr lang="en-PK" sz="1400" dirty="0"/>
        </a:p>
      </dgm:t>
    </dgm:pt>
    <dgm:pt modelId="{45BA121E-BA05-49EA-8F49-537E0CA9A867}" type="parTrans" cxnId="{B8D0A0B9-45A5-4B62-A050-6133053E69D4}">
      <dgm:prSet/>
      <dgm:spPr/>
      <dgm:t>
        <a:bodyPr/>
        <a:lstStyle/>
        <a:p>
          <a:endParaRPr lang="en-PK"/>
        </a:p>
      </dgm:t>
    </dgm:pt>
    <dgm:pt modelId="{0372C947-A066-4BB5-B004-75724DF8A6C9}" type="sibTrans" cxnId="{B8D0A0B9-45A5-4B62-A050-6133053E69D4}">
      <dgm:prSet/>
      <dgm:spPr/>
      <dgm:t>
        <a:bodyPr/>
        <a:lstStyle/>
        <a:p>
          <a:endParaRPr lang="en-PK"/>
        </a:p>
      </dgm:t>
    </dgm:pt>
    <dgm:pt modelId="{AF0EC1E6-0B66-4C3D-8415-7487C04F327F}">
      <dgm:prSet phldrT="[Text]" phldr="0" custT="1"/>
      <dgm:spPr/>
      <dgm:t>
        <a:bodyPr/>
        <a:lstStyle/>
        <a:p>
          <a:r>
            <a:rPr lang="en-US" sz="1400"/>
            <a:t>Delay Vs Distance</a:t>
          </a:r>
          <a:endParaRPr lang="en-PK" sz="1400" dirty="0"/>
        </a:p>
      </dgm:t>
    </dgm:pt>
    <dgm:pt modelId="{0912B98A-44A6-4237-8E2E-9B0ADFECC037}" type="parTrans" cxnId="{45D203D9-8D21-4452-85F5-979683B5872B}">
      <dgm:prSet/>
      <dgm:spPr/>
      <dgm:t>
        <a:bodyPr/>
        <a:lstStyle/>
        <a:p>
          <a:endParaRPr lang="en-PK"/>
        </a:p>
      </dgm:t>
    </dgm:pt>
    <dgm:pt modelId="{9DB7588A-4FB8-4375-98D6-679527A784BE}" type="sibTrans" cxnId="{45D203D9-8D21-4452-85F5-979683B5872B}">
      <dgm:prSet/>
      <dgm:spPr/>
      <dgm:t>
        <a:bodyPr/>
        <a:lstStyle/>
        <a:p>
          <a:endParaRPr lang="en-PK"/>
        </a:p>
      </dgm:t>
    </dgm:pt>
    <dgm:pt modelId="{EB80BAF7-3221-4A8D-801A-415605637CAD}">
      <dgm:prSet phldrT="[Text]" phldr="0" custT="1"/>
      <dgm:spPr/>
      <dgm:t>
        <a:bodyPr/>
        <a:lstStyle/>
        <a:p>
          <a:r>
            <a:rPr lang="en-US" sz="1400" b="0"/>
            <a:t>Total Order by Payment Method</a:t>
          </a:r>
          <a:endParaRPr lang="en-PK" sz="1400" b="0" dirty="0"/>
        </a:p>
      </dgm:t>
    </dgm:pt>
    <dgm:pt modelId="{C95F54F6-F612-4E74-8C44-51DAE46D8D06}" type="parTrans" cxnId="{EB756DC2-C9C0-4231-AE7F-E44496572B93}">
      <dgm:prSet/>
      <dgm:spPr/>
      <dgm:t>
        <a:bodyPr/>
        <a:lstStyle/>
        <a:p>
          <a:endParaRPr lang="en-PK"/>
        </a:p>
      </dgm:t>
    </dgm:pt>
    <dgm:pt modelId="{DEBE7016-CF38-4F9B-9D86-344C29A75943}" type="sibTrans" cxnId="{EB756DC2-C9C0-4231-AE7F-E44496572B93}">
      <dgm:prSet/>
      <dgm:spPr/>
      <dgm:t>
        <a:bodyPr/>
        <a:lstStyle/>
        <a:p>
          <a:endParaRPr lang="en-PK"/>
        </a:p>
      </dgm:t>
    </dgm:pt>
    <dgm:pt modelId="{BF4FCB4F-7557-43A5-B39C-3F3BE695D08B}">
      <dgm:prSet phldrT="[Text]" phldr="0" custT="1"/>
      <dgm:spPr/>
      <dgm:t>
        <a:bodyPr/>
        <a:lstStyle/>
        <a:p>
          <a:r>
            <a:rPr lang="en-US" sz="1400" b="0" dirty="0"/>
            <a:t>Received and Damage Stock</a:t>
          </a:r>
          <a:endParaRPr lang="en-PK" sz="1400" b="0" dirty="0"/>
        </a:p>
      </dgm:t>
    </dgm:pt>
    <dgm:pt modelId="{637F549F-985F-404B-9B46-A738536F4CB3}" type="parTrans" cxnId="{EAD64D56-CF52-4FDA-B40F-96DBDA5CD630}">
      <dgm:prSet/>
      <dgm:spPr/>
      <dgm:t>
        <a:bodyPr/>
        <a:lstStyle/>
        <a:p>
          <a:endParaRPr lang="en-PK"/>
        </a:p>
      </dgm:t>
    </dgm:pt>
    <dgm:pt modelId="{A4D7946C-F2B7-4912-AE42-62950C0E062D}" type="sibTrans" cxnId="{EAD64D56-CF52-4FDA-B40F-96DBDA5CD630}">
      <dgm:prSet/>
      <dgm:spPr/>
      <dgm:t>
        <a:bodyPr/>
        <a:lstStyle/>
        <a:p>
          <a:endParaRPr lang="en-PK"/>
        </a:p>
      </dgm:t>
    </dgm:pt>
    <dgm:pt modelId="{2A1880B4-1EF2-4301-9675-5C74728ADACB}">
      <dgm:prSet phldrT="[Text]" phldr="0" custT="1"/>
      <dgm:spPr/>
      <dgm:t>
        <a:bodyPr/>
        <a:lstStyle/>
        <a:p>
          <a:r>
            <a:rPr lang="en-US" sz="1400" b="0"/>
            <a:t>Total Orders by Store ID</a:t>
          </a:r>
          <a:endParaRPr lang="en-PK" sz="1400" b="0" dirty="0"/>
        </a:p>
      </dgm:t>
    </dgm:pt>
    <dgm:pt modelId="{193EC494-3B6A-4C40-90A4-9F0C35F087D4}" type="parTrans" cxnId="{2DBFE188-7DCE-4198-8596-D780423A0F72}">
      <dgm:prSet/>
      <dgm:spPr/>
      <dgm:t>
        <a:bodyPr/>
        <a:lstStyle/>
        <a:p>
          <a:endParaRPr lang="en-PK"/>
        </a:p>
      </dgm:t>
    </dgm:pt>
    <dgm:pt modelId="{D9C16C46-F69B-4BFB-9AEB-6454B45C4B72}" type="sibTrans" cxnId="{2DBFE188-7DCE-4198-8596-D780423A0F72}">
      <dgm:prSet/>
      <dgm:spPr/>
      <dgm:t>
        <a:bodyPr/>
        <a:lstStyle/>
        <a:p>
          <a:endParaRPr lang="en-PK"/>
        </a:p>
      </dgm:t>
    </dgm:pt>
    <dgm:pt modelId="{79D936CB-797C-4EF3-A635-24A1242222CD}">
      <dgm:prSet phldrT="[Text]" phldr="0" custT="1"/>
      <dgm:spPr/>
      <dgm:t>
        <a:bodyPr/>
        <a:lstStyle/>
        <a:p>
          <a:r>
            <a:rPr lang="en-US" sz="1400" b="0"/>
            <a:t>Unit price and quantity by Product Name</a:t>
          </a:r>
          <a:endParaRPr lang="en-PK" sz="1400" b="0" dirty="0"/>
        </a:p>
      </dgm:t>
    </dgm:pt>
    <dgm:pt modelId="{9686CE26-89BA-4368-90A8-1F3AAEAF126B}" type="parTrans" cxnId="{4388BDF8-AAB5-4E82-BE14-9FDBE22A56D4}">
      <dgm:prSet/>
      <dgm:spPr/>
      <dgm:t>
        <a:bodyPr/>
        <a:lstStyle/>
        <a:p>
          <a:endParaRPr lang="en-PK"/>
        </a:p>
      </dgm:t>
    </dgm:pt>
    <dgm:pt modelId="{6AF35C0B-3E52-4C8B-AB56-6E10F1B8307A}" type="sibTrans" cxnId="{4388BDF8-AAB5-4E82-BE14-9FDBE22A56D4}">
      <dgm:prSet/>
      <dgm:spPr/>
      <dgm:t>
        <a:bodyPr/>
        <a:lstStyle/>
        <a:p>
          <a:endParaRPr lang="en-PK"/>
        </a:p>
      </dgm:t>
    </dgm:pt>
    <dgm:pt modelId="{0D06EA59-F3E3-4CC8-BC11-53736A856D43}" type="pres">
      <dgm:prSet presAssocID="{59EB8C2E-9C89-4330-9764-9D4D0C4E486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29627BF-8F14-429A-B90E-677351CC6EA7}" type="pres">
      <dgm:prSet presAssocID="{8BC6933C-EB08-40EB-8774-A6A7931E9969}" presName="root" presStyleCnt="0"/>
      <dgm:spPr/>
    </dgm:pt>
    <dgm:pt modelId="{46B77335-E38B-4DF3-ADC0-2E2C1B856DEA}" type="pres">
      <dgm:prSet presAssocID="{8BC6933C-EB08-40EB-8774-A6A7931E9969}" presName="rootComposite" presStyleCnt="0"/>
      <dgm:spPr/>
    </dgm:pt>
    <dgm:pt modelId="{B8A17095-AB76-4D66-9765-DE6272DEED46}" type="pres">
      <dgm:prSet presAssocID="{8BC6933C-EB08-40EB-8774-A6A7931E9969}" presName="rootText" presStyleLbl="node1" presStyleIdx="0" presStyleCnt="3"/>
      <dgm:spPr/>
    </dgm:pt>
    <dgm:pt modelId="{D52B9D0C-AFC1-4FD6-AA1A-9B2F69BF774F}" type="pres">
      <dgm:prSet presAssocID="{8BC6933C-EB08-40EB-8774-A6A7931E9969}" presName="rootConnector" presStyleLbl="node1" presStyleIdx="0" presStyleCnt="3"/>
      <dgm:spPr/>
    </dgm:pt>
    <dgm:pt modelId="{AF594426-7A7D-4E20-93F0-6DDB71B0E032}" type="pres">
      <dgm:prSet presAssocID="{8BC6933C-EB08-40EB-8774-A6A7931E9969}" presName="childShape" presStyleCnt="0"/>
      <dgm:spPr/>
    </dgm:pt>
    <dgm:pt modelId="{F213A889-5BC7-424A-A6AD-AEBF7B451417}" type="pres">
      <dgm:prSet presAssocID="{3B146CED-8D9B-462C-BCBD-53BE89600FCD}" presName="Name13" presStyleLbl="parChTrans1D2" presStyleIdx="0" presStyleCnt="15"/>
      <dgm:spPr/>
    </dgm:pt>
    <dgm:pt modelId="{472872A2-4868-4DA5-A5E4-652DB3FD9F31}" type="pres">
      <dgm:prSet presAssocID="{200F9391-686E-4395-AB2A-E1E20BB65290}" presName="childText" presStyleLbl="bgAcc1" presStyleIdx="0" presStyleCnt="15">
        <dgm:presLayoutVars>
          <dgm:bulletEnabled val="1"/>
        </dgm:presLayoutVars>
      </dgm:prSet>
      <dgm:spPr/>
    </dgm:pt>
    <dgm:pt modelId="{85061034-2C34-4DD7-8074-FB2D82FB499F}" type="pres">
      <dgm:prSet presAssocID="{53B772B0-02E0-4386-B34D-9E2572B2C51C}" presName="Name13" presStyleLbl="parChTrans1D2" presStyleIdx="1" presStyleCnt="15"/>
      <dgm:spPr/>
    </dgm:pt>
    <dgm:pt modelId="{E541D02C-93DC-4209-9EA7-5F26C9AA8D76}" type="pres">
      <dgm:prSet presAssocID="{7544DC34-72E0-472E-81BE-F7D3E4E8926F}" presName="childText" presStyleLbl="bgAcc1" presStyleIdx="1" presStyleCnt="15">
        <dgm:presLayoutVars>
          <dgm:bulletEnabled val="1"/>
        </dgm:presLayoutVars>
      </dgm:prSet>
      <dgm:spPr/>
    </dgm:pt>
    <dgm:pt modelId="{6489C0F5-02BA-4F03-BB96-938B6D96FDDD}" type="pres">
      <dgm:prSet presAssocID="{7156EFC4-9A06-478F-8C89-2CAE9DB92012}" presName="Name13" presStyleLbl="parChTrans1D2" presStyleIdx="2" presStyleCnt="15"/>
      <dgm:spPr/>
    </dgm:pt>
    <dgm:pt modelId="{7231EE62-39B9-4F0C-8B3B-51B687CF08AA}" type="pres">
      <dgm:prSet presAssocID="{DDAA1828-E34E-4854-B472-606DA3A7ED63}" presName="childText" presStyleLbl="bgAcc1" presStyleIdx="2" presStyleCnt="15">
        <dgm:presLayoutVars>
          <dgm:bulletEnabled val="1"/>
        </dgm:presLayoutVars>
      </dgm:prSet>
      <dgm:spPr/>
    </dgm:pt>
    <dgm:pt modelId="{E17CF6EF-D983-440F-B519-7C030367041A}" type="pres">
      <dgm:prSet presAssocID="{4DB25D6D-6AF8-4D1B-8AA6-901BFDDD114F}" presName="Name13" presStyleLbl="parChTrans1D2" presStyleIdx="3" presStyleCnt="15"/>
      <dgm:spPr/>
    </dgm:pt>
    <dgm:pt modelId="{2B4EA8D5-FE11-4BB3-A65A-75FDEDE55956}" type="pres">
      <dgm:prSet presAssocID="{ED885DB0-EE81-46BC-A8A1-C5CDFB44F986}" presName="childText" presStyleLbl="bgAcc1" presStyleIdx="3" presStyleCnt="15">
        <dgm:presLayoutVars>
          <dgm:bulletEnabled val="1"/>
        </dgm:presLayoutVars>
      </dgm:prSet>
      <dgm:spPr/>
    </dgm:pt>
    <dgm:pt modelId="{E83FC18D-9684-4449-A78F-B5D68D0D20A9}" type="pres">
      <dgm:prSet presAssocID="{DB8F7A86-A79D-438F-BA62-1DFFE9867B89}" presName="Name13" presStyleLbl="parChTrans1D2" presStyleIdx="4" presStyleCnt="15"/>
      <dgm:spPr/>
    </dgm:pt>
    <dgm:pt modelId="{D1B496BE-B7C0-4E36-9674-EC6A9320B5DD}" type="pres">
      <dgm:prSet presAssocID="{E81786AC-C443-426A-9BA3-1F87E5F08D64}" presName="childText" presStyleLbl="bgAcc1" presStyleIdx="4" presStyleCnt="15">
        <dgm:presLayoutVars>
          <dgm:bulletEnabled val="1"/>
        </dgm:presLayoutVars>
      </dgm:prSet>
      <dgm:spPr/>
    </dgm:pt>
    <dgm:pt modelId="{9E8A599E-3FBD-4781-A1B0-5F24900277E7}" type="pres">
      <dgm:prSet presAssocID="{D395D4BE-F1D1-45A0-B97A-BFD3A3099458}" presName="root" presStyleCnt="0"/>
      <dgm:spPr/>
    </dgm:pt>
    <dgm:pt modelId="{D53B778B-991A-4394-AFAE-5ADE01A4DF61}" type="pres">
      <dgm:prSet presAssocID="{D395D4BE-F1D1-45A0-B97A-BFD3A3099458}" presName="rootComposite" presStyleCnt="0"/>
      <dgm:spPr/>
    </dgm:pt>
    <dgm:pt modelId="{1E2A9FC8-228C-48BA-A1F7-0A99CFC28B14}" type="pres">
      <dgm:prSet presAssocID="{D395D4BE-F1D1-45A0-B97A-BFD3A3099458}" presName="rootText" presStyleLbl="node1" presStyleIdx="1" presStyleCnt="3"/>
      <dgm:spPr/>
    </dgm:pt>
    <dgm:pt modelId="{2BCA9E04-4E35-4A40-A660-94735A3AABE7}" type="pres">
      <dgm:prSet presAssocID="{D395D4BE-F1D1-45A0-B97A-BFD3A3099458}" presName="rootConnector" presStyleLbl="node1" presStyleIdx="1" presStyleCnt="3"/>
      <dgm:spPr/>
    </dgm:pt>
    <dgm:pt modelId="{B4BDCC8A-B161-4C80-AC7F-3F838A34131F}" type="pres">
      <dgm:prSet presAssocID="{D395D4BE-F1D1-45A0-B97A-BFD3A3099458}" presName="childShape" presStyleCnt="0"/>
      <dgm:spPr/>
    </dgm:pt>
    <dgm:pt modelId="{4B146545-56D3-4E77-8E17-B392F36D23DD}" type="pres">
      <dgm:prSet presAssocID="{98CB5A4B-A3E9-4749-94E0-4D6719F01B27}" presName="Name13" presStyleLbl="parChTrans1D2" presStyleIdx="5" presStyleCnt="15"/>
      <dgm:spPr/>
    </dgm:pt>
    <dgm:pt modelId="{86EBAA5A-2D5A-43AB-A514-030841D41E41}" type="pres">
      <dgm:prSet presAssocID="{326422A6-DE33-4D16-935D-B01A726837B1}" presName="childText" presStyleLbl="bgAcc1" presStyleIdx="5" presStyleCnt="15">
        <dgm:presLayoutVars>
          <dgm:bulletEnabled val="1"/>
        </dgm:presLayoutVars>
      </dgm:prSet>
      <dgm:spPr/>
    </dgm:pt>
    <dgm:pt modelId="{A84C4EC1-4BFD-473E-9B2C-AA37CEF12B19}" type="pres">
      <dgm:prSet presAssocID="{A54586A1-037C-485B-A057-DD6117107328}" presName="Name13" presStyleLbl="parChTrans1D2" presStyleIdx="6" presStyleCnt="15"/>
      <dgm:spPr/>
    </dgm:pt>
    <dgm:pt modelId="{A224EFF0-0146-4EC2-ACCE-EAC4AF8ABFC9}" type="pres">
      <dgm:prSet presAssocID="{3CE231D1-14FE-4D4B-9103-ECBB86ED6359}" presName="childText" presStyleLbl="bgAcc1" presStyleIdx="6" presStyleCnt="15">
        <dgm:presLayoutVars>
          <dgm:bulletEnabled val="1"/>
        </dgm:presLayoutVars>
      </dgm:prSet>
      <dgm:spPr/>
    </dgm:pt>
    <dgm:pt modelId="{66347F98-3560-4189-B155-7301A1697113}" type="pres">
      <dgm:prSet presAssocID="{6EFBB1F5-8FC8-4A69-813B-ADE29AA68354}" presName="Name13" presStyleLbl="parChTrans1D2" presStyleIdx="7" presStyleCnt="15"/>
      <dgm:spPr/>
    </dgm:pt>
    <dgm:pt modelId="{053CB656-BE54-4CC7-B67B-3E18AFF9A475}" type="pres">
      <dgm:prSet presAssocID="{E4CEA7E6-7D90-49CC-B4F7-3F530DE30B2E}" presName="childText" presStyleLbl="bgAcc1" presStyleIdx="7" presStyleCnt="15">
        <dgm:presLayoutVars>
          <dgm:bulletEnabled val="1"/>
        </dgm:presLayoutVars>
      </dgm:prSet>
      <dgm:spPr/>
    </dgm:pt>
    <dgm:pt modelId="{C34DB01C-040E-4FB8-964F-000AF8197820}" type="pres">
      <dgm:prSet presAssocID="{45BA121E-BA05-49EA-8F49-537E0CA9A867}" presName="Name13" presStyleLbl="parChTrans1D2" presStyleIdx="8" presStyleCnt="15"/>
      <dgm:spPr/>
    </dgm:pt>
    <dgm:pt modelId="{6A8E20BF-CE4E-431D-B940-C4593374A828}" type="pres">
      <dgm:prSet presAssocID="{FEFF31F3-BB02-4FE4-AF27-BE2512D311A5}" presName="childText" presStyleLbl="bgAcc1" presStyleIdx="8" presStyleCnt="15">
        <dgm:presLayoutVars>
          <dgm:bulletEnabled val="1"/>
        </dgm:presLayoutVars>
      </dgm:prSet>
      <dgm:spPr/>
    </dgm:pt>
    <dgm:pt modelId="{A89C5216-6180-4F05-B85F-A59D92047414}" type="pres">
      <dgm:prSet presAssocID="{0912B98A-44A6-4237-8E2E-9B0ADFECC037}" presName="Name13" presStyleLbl="parChTrans1D2" presStyleIdx="9" presStyleCnt="15"/>
      <dgm:spPr/>
    </dgm:pt>
    <dgm:pt modelId="{ED65A8E1-074D-4C3E-87B2-7F0800709346}" type="pres">
      <dgm:prSet presAssocID="{AF0EC1E6-0B66-4C3D-8415-7487C04F327F}" presName="childText" presStyleLbl="bgAcc1" presStyleIdx="9" presStyleCnt="15">
        <dgm:presLayoutVars>
          <dgm:bulletEnabled val="1"/>
        </dgm:presLayoutVars>
      </dgm:prSet>
      <dgm:spPr/>
    </dgm:pt>
    <dgm:pt modelId="{FD28AEE6-2571-44A4-A19D-8FD4D496A2F9}" type="pres">
      <dgm:prSet presAssocID="{96DF49C4-544A-4D95-A740-FB7D004822F8}" presName="root" presStyleCnt="0"/>
      <dgm:spPr/>
    </dgm:pt>
    <dgm:pt modelId="{68A4D733-E3B6-41F0-B040-2E57FFE842B2}" type="pres">
      <dgm:prSet presAssocID="{96DF49C4-544A-4D95-A740-FB7D004822F8}" presName="rootComposite" presStyleCnt="0"/>
      <dgm:spPr/>
    </dgm:pt>
    <dgm:pt modelId="{A22376D4-2F0F-4671-9057-3A2AE91223C0}" type="pres">
      <dgm:prSet presAssocID="{96DF49C4-544A-4D95-A740-FB7D004822F8}" presName="rootText" presStyleLbl="node1" presStyleIdx="2" presStyleCnt="3"/>
      <dgm:spPr/>
    </dgm:pt>
    <dgm:pt modelId="{FB614C4F-7907-44EA-ADC1-A304CBAC95B6}" type="pres">
      <dgm:prSet presAssocID="{96DF49C4-544A-4D95-A740-FB7D004822F8}" presName="rootConnector" presStyleLbl="node1" presStyleIdx="2" presStyleCnt="3"/>
      <dgm:spPr/>
    </dgm:pt>
    <dgm:pt modelId="{6F4E6544-2058-4963-9211-CCF8DB98637B}" type="pres">
      <dgm:prSet presAssocID="{96DF49C4-544A-4D95-A740-FB7D004822F8}" presName="childShape" presStyleCnt="0"/>
      <dgm:spPr/>
    </dgm:pt>
    <dgm:pt modelId="{A9DB2D4A-4F82-4317-B357-3DA0C69DD679}" type="pres">
      <dgm:prSet presAssocID="{8773BF45-6787-4140-A225-A465675511A5}" presName="Name13" presStyleLbl="parChTrans1D2" presStyleIdx="10" presStyleCnt="15"/>
      <dgm:spPr/>
    </dgm:pt>
    <dgm:pt modelId="{22E478E1-FE66-45B6-887F-16A48745E6D9}" type="pres">
      <dgm:prSet presAssocID="{9326E0D5-FD9D-4F94-B0FA-45337B9FE800}" presName="childText" presStyleLbl="bgAcc1" presStyleIdx="10" presStyleCnt="15">
        <dgm:presLayoutVars>
          <dgm:bulletEnabled val="1"/>
        </dgm:presLayoutVars>
      </dgm:prSet>
      <dgm:spPr/>
    </dgm:pt>
    <dgm:pt modelId="{713849ED-1193-45CC-80CE-8F474FBA987D}" type="pres">
      <dgm:prSet presAssocID="{C95F54F6-F612-4E74-8C44-51DAE46D8D06}" presName="Name13" presStyleLbl="parChTrans1D2" presStyleIdx="11" presStyleCnt="15"/>
      <dgm:spPr/>
    </dgm:pt>
    <dgm:pt modelId="{1FD99BD8-EDD8-4FBB-9123-D4E27A998CEC}" type="pres">
      <dgm:prSet presAssocID="{EB80BAF7-3221-4A8D-801A-415605637CAD}" presName="childText" presStyleLbl="bgAcc1" presStyleIdx="11" presStyleCnt="15">
        <dgm:presLayoutVars>
          <dgm:bulletEnabled val="1"/>
        </dgm:presLayoutVars>
      </dgm:prSet>
      <dgm:spPr/>
    </dgm:pt>
    <dgm:pt modelId="{CC317795-A091-4299-BB1E-93C2AE0F2611}" type="pres">
      <dgm:prSet presAssocID="{637F549F-985F-404B-9B46-A738536F4CB3}" presName="Name13" presStyleLbl="parChTrans1D2" presStyleIdx="12" presStyleCnt="15"/>
      <dgm:spPr/>
    </dgm:pt>
    <dgm:pt modelId="{E8C85062-C60C-4446-A8C4-FE8DA5F35BCE}" type="pres">
      <dgm:prSet presAssocID="{BF4FCB4F-7557-43A5-B39C-3F3BE695D08B}" presName="childText" presStyleLbl="bgAcc1" presStyleIdx="12" presStyleCnt="15">
        <dgm:presLayoutVars>
          <dgm:bulletEnabled val="1"/>
        </dgm:presLayoutVars>
      </dgm:prSet>
      <dgm:spPr/>
    </dgm:pt>
    <dgm:pt modelId="{9952C97A-A131-438D-AA02-15B751B3553A}" type="pres">
      <dgm:prSet presAssocID="{193EC494-3B6A-4C40-90A4-9F0C35F087D4}" presName="Name13" presStyleLbl="parChTrans1D2" presStyleIdx="13" presStyleCnt="15"/>
      <dgm:spPr/>
    </dgm:pt>
    <dgm:pt modelId="{2875B950-81C6-416A-8CF2-219E1BEB67C3}" type="pres">
      <dgm:prSet presAssocID="{2A1880B4-1EF2-4301-9675-5C74728ADACB}" presName="childText" presStyleLbl="bgAcc1" presStyleIdx="13" presStyleCnt="15">
        <dgm:presLayoutVars>
          <dgm:bulletEnabled val="1"/>
        </dgm:presLayoutVars>
      </dgm:prSet>
      <dgm:spPr/>
    </dgm:pt>
    <dgm:pt modelId="{AFDD1842-92C7-47AE-8FE7-F51BF69D1E6D}" type="pres">
      <dgm:prSet presAssocID="{9686CE26-89BA-4368-90A8-1F3AAEAF126B}" presName="Name13" presStyleLbl="parChTrans1D2" presStyleIdx="14" presStyleCnt="15"/>
      <dgm:spPr/>
    </dgm:pt>
    <dgm:pt modelId="{ED3BB8C1-6744-401A-BBB0-E8FB15A6AB96}" type="pres">
      <dgm:prSet presAssocID="{79D936CB-797C-4EF3-A635-24A1242222CD}" presName="childText" presStyleLbl="bgAcc1" presStyleIdx="14" presStyleCnt="15">
        <dgm:presLayoutVars>
          <dgm:bulletEnabled val="1"/>
        </dgm:presLayoutVars>
      </dgm:prSet>
      <dgm:spPr/>
    </dgm:pt>
  </dgm:ptLst>
  <dgm:cxnLst>
    <dgm:cxn modelId="{2AA04702-566B-4103-91D9-541889D09369}" type="presOf" srcId="{9686CE26-89BA-4368-90A8-1F3AAEAF126B}" destId="{AFDD1842-92C7-47AE-8FE7-F51BF69D1E6D}" srcOrd="0" destOrd="0" presId="urn:microsoft.com/office/officeart/2005/8/layout/hierarchy3"/>
    <dgm:cxn modelId="{74A6B90B-B59B-4AA0-B6F0-3B4EE785AC75}" srcId="{D395D4BE-F1D1-45A0-B97A-BFD3A3099458}" destId="{E4CEA7E6-7D90-49CC-B4F7-3F530DE30B2E}" srcOrd="2" destOrd="0" parTransId="{6EFBB1F5-8FC8-4A69-813B-ADE29AA68354}" sibTransId="{02953083-8BD4-4274-8F9B-1011A1744816}"/>
    <dgm:cxn modelId="{E99BED10-615D-4E93-9BCB-0818A049BD78}" type="presOf" srcId="{D395D4BE-F1D1-45A0-B97A-BFD3A3099458}" destId="{2BCA9E04-4E35-4A40-A660-94735A3AABE7}" srcOrd="1" destOrd="0" presId="urn:microsoft.com/office/officeart/2005/8/layout/hierarchy3"/>
    <dgm:cxn modelId="{8C836E17-9FBC-47B8-8424-6F7C19D6A609}" type="presOf" srcId="{4DB25D6D-6AF8-4D1B-8AA6-901BFDDD114F}" destId="{E17CF6EF-D983-440F-B519-7C030367041A}" srcOrd="0" destOrd="0" presId="urn:microsoft.com/office/officeart/2005/8/layout/hierarchy3"/>
    <dgm:cxn modelId="{54662F20-D59A-4111-B12F-AF056DB6F102}" type="presOf" srcId="{45BA121E-BA05-49EA-8F49-537E0CA9A867}" destId="{C34DB01C-040E-4FB8-964F-000AF8197820}" srcOrd="0" destOrd="0" presId="urn:microsoft.com/office/officeart/2005/8/layout/hierarchy3"/>
    <dgm:cxn modelId="{B24A6520-C4E3-4FC6-9152-EB6C017D0AEA}" type="presOf" srcId="{53B772B0-02E0-4386-B34D-9E2572B2C51C}" destId="{85061034-2C34-4DD7-8074-FB2D82FB499F}" srcOrd="0" destOrd="0" presId="urn:microsoft.com/office/officeart/2005/8/layout/hierarchy3"/>
    <dgm:cxn modelId="{020E9520-DD9B-45DE-B5DC-34DE4747E6F7}" type="presOf" srcId="{DDAA1828-E34E-4854-B472-606DA3A7ED63}" destId="{7231EE62-39B9-4F0C-8B3B-51B687CF08AA}" srcOrd="0" destOrd="0" presId="urn:microsoft.com/office/officeart/2005/8/layout/hierarchy3"/>
    <dgm:cxn modelId="{D995C727-9C67-42D7-9C6D-A9AE5F4CFBAA}" type="presOf" srcId="{FEFF31F3-BB02-4FE4-AF27-BE2512D311A5}" destId="{6A8E20BF-CE4E-431D-B940-C4593374A828}" srcOrd="0" destOrd="0" presId="urn:microsoft.com/office/officeart/2005/8/layout/hierarchy3"/>
    <dgm:cxn modelId="{BFEC962B-5A88-49DF-B071-7FE438DF04C5}" type="presOf" srcId="{EB80BAF7-3221-4A8D-801A-415605637CAD}" destId="{1FD99BD8-EDD8-4FBB-9123-D4E27A998CEC}" srcOrd="0" destOrd="0" presId="urn:microsoft.com/office/officeart/2005/8/layout/hierarchy3"/>
    <dgm:cxn modelId="{FC93322C-211A-442B-B426-9F6691534494}" type="presOf" srcId="{98CB5A4B-A3E9-4749-94E0-4D6719F01B27}" destId="{4B146545-56D3-4E77-8E17-B392F36D23DD}" srcOrd="0" destOrd="0" presId="urn:microsoft.com/office/officeart/2005/8/layout/hierarchy3"/>
    <dgm:cxn modelId="{22A61E2F-1236-4FE2-B8F3-95114F4B90DA}" srcId="{8BC6933C-EB08-40EB-8774-A6A7931E9969}" destId="{ED885DB0-EE81-46BC-A8A1-C5CDFB44F986}" srcOrd="3" destOrd="0" parTransId="{4DB25D6D-6AF8-4D1B-8AA6-901BFDDD114F}" sibTransId="{349966A1-5879-4991-A2FD-704DBCF3BF6B}"/>
    <dgm:cxn modelId="{00962330-EE9D-42FD-BC7F-E5DD71E54E30}" type="presOf" srcId="{8BC6933C-EB08-40EB-8774-A6A7931E9969}" destId="{B8A17095-AB76-4D66-9765-DE6272DEED46}" srcOrd="0" destOrd="0" presId="urn:microsoft.com/office/officeart/2005/8/layout/hierarchy3"/>
    <dgm:cxn modelId="{E581E13C-63E5-446C-9292-64A73C4418DA}" srcId="{96DF49C4-544A-4D95-A740-FB7D004822F8}" destId="{9326E0D5-FD9D-4F94-B0FA-45337B9FE800}" srcOrd="0" destOrd="0" parTransId="{8773BF45-6787-4140-A225-A465675511A5}" sibTransId="{9F5F7C31-0D6C-41C8-BA2F-A1201A1B0C8A}"/>
    <dgm:cxn modelId="{AD74A03F-981B-4068-BE80-3636417C57E1}" type="presOf" srcId="{79D936CB-797C-4EF3-A635-24A1242222CD}" destId="{ED3BB8C1-6744-401A-BBB0-E8FB15A6AB96}" srcOrd="0" destOrd="0" presId="urn:microsoft.com/office/officeart/2005/8/layout/hierarchy3"/>
    <dgm:cxn modelId="{CB97CB3F-A3A6-40C8-85D5-258CEDC49558}" type="presOf" srcId="{DB8F7A86-A79D-438F-BA62-1DFFE9867B89}" destId="{E83FC18D-9684-4449-A78F-B5D68D0D20A9}" srcOrd="0" destOrd="0" presId="urn:microsoft.com/office/officeart/2005/8/layout/hierarchy3"/>
    <dgm:cxn modelId="{90CB6C5B-1B5E-4694-962A-D126A711CC23}" type="presOf" srcId="{96DF49C4-544A-4D95-A740-FB7D004822F8}" destId="{A22376D4-2F0F-4671-9057-3A2AE91223C0}" srcOrd="0" destOrd="0" presId="urn:microsoft.com/office/officeart/2005/8/layout/hierarchy3"/>
    <dgm:cxn modelId="{B3EB2B42-F64A-49FF-9402-0898FC53CDCE}" type="presOf" srcId="{2A1880B4-1EF2-4301-9675-5C74728ADACB}" destId="{2875B950-81C6-416A-8CF2-219E1BEB67C3}" srcOrd="0" destOrd="0" presId="urn:microsoft.com/office/officeart/2005/8/layout/hierarchy3"/>
    <dgm:cxn modelId="{8C565866-BD54-4164-9FDB-F74F9D208A4B}" type="presOf" srcId="{200F9391-686E-4395-AB2A-E1E20BB65290}" destId="{472872A2-4868-4DA5-A5E4-652DB3FD9F31}" srcOrd="0" destOrd="0" presId="urn:microsoft.com/office/officeart/2005/8/layout/hierarchy3"/>
    <dgm:cxn modelId="{5341D448-E596-4E3D-92C5-B50C8D531D29}" srcId="{59EB8C2E-9C89-4330-9764-9D4D0C4E4860}" destId="{96DF49C4-544A-4D95-A740-FB7D004822F8}" srcOrd="2" destOrd="0" parTransId="{58272981-9FF4-4500-8925-1D30AC1C1A6B}" sibTransId="{1C5FC8D6-AFBB-4670-AE6A-FAEA9765F157}"/>
    <dgm:cxn modelId="{AF0B906D-758C-4111-A238-5518E98F31DA}" type="presOf" srcId="{7156EFC4-9A06-478F-8C89-2CAE9DB92012}" destId="{6489C0F5-02BA-4F03-BB96-938B6D96FDDD}" srcOrd="0" destOrd="0" presId="urn:microsoft.com/office/officeart/2005/8/layout/hierarchy3"/>
    <dgm:cxn modelId="{ED396E6E-A365-4F1B-A262-E05A6F2C3D89}" type="presOf" srcId="{0912B98A-44A6-4237-8E2E-9B0ADFECC037}" destId="{A89C5216-6180-4F05-B85F-A59D92047414}" srcOrd="0" destOrd="0" presId="urn:microsoft.com/office/officeart/2005/8/layout/hierarchy3"/>
    <dgm:cxn modelId="{DB2B536E-2808-4B29-BAFE-D876694B4C87}" srcId="{D395D4BE-F1D1-45A0-B97A-BFD3A3099458}" destId="{326422A6-DE33-4D16-935D-B01A726837B1}" srcOrd="0" destOrd="0" parTransId="{98CB5A4B-A3E9-4749-94E0-4D6719F01B27}" sibTransId="{6BE54EFF-73AE-43B8-BF96-A236E9C5F2D2}"/>
    <dgm:cxn modelId="{DF644052-B253-4DCF-ABAE-DD7031012760}" type="presOf" srcId="{C95F54F6-F612-4E74-8C44-51DAE46D8D06}" destId="{713849ED-1193-45CC-80CE-8F474FBA987D}" srcOrd="0" destOrd="0" presId="urn:microsoft.com/office/officeart/2005/8/layout/hierarchy3"/>
    <dgm:cxn modelId="{86407472-3BFF-4A7F-9737-9A767FE8D4F5}" type="presOf" srcId="{ED885DB0-EE81-46BC-A8A1-C5CDFB44F986}" destId="{2B4EA8D5-FE11-4BB3-A65A-75FDEDE55956}" srcOrd="0" destOrd="0" presId="urn:microsoft.com/office/officeart/2005/8/layout/hierarchy3"/>
    <dgm:cxn modelId="{EAD64D56-CF52-4FDA-B40F-96DBDA5CD630}" srcId="{96DF49C4-544A-4D95-A740-FB7D004822F8}" destId="{BF4FCB4F-7557-43A5-B39C-3F3BE695D08B}" srcOrd="2" destOrd="0" parTransId="{637F549F-985F-404B-9B46-A738536F4CB3}" sibTransId="{A4D7946C-F2B7-4912-AE42-62950C0E062D}"/>
    <dgm:cxn modelId="{67E5837A-939E-4676-84DF-6958664BF03F}" srcId="{8BC6933C-EB08-40EB-8774-A6A7931E9969}" destId="{DDAA1828-E34E-4854-B472-606DA3A7ED63}" srcOrd="2" destOrd="0" parTransId="{7156EFC4-9A06-478F-8C89-2CAE9DB92012}" sibTransId="{8AAE33D0-C289-4CB9-A486-7037BE5F4D04}"/>
    <dgm:cxn modelId="{D56E917F-5ED2-42B8-B1E3-BDEC277F215F}" type="presOf" srcId="{A54586A1-037C-485B-A057-DD6117107328}" destId="{A84C4EC1-4BFD-473E-9B2C-AA37CEF12B19}" srcOrd="0" destOrd="0" presId="urn:microsoft.com/office/officeart/2005/8/layout/hierarchy3"/>
    <dgm:cxn modelId="{A6333781-0960-4537-9595-67821E87C89F}" type="presOf" srcId="{6EFBB1F5-8FC8-4A69-813B-ADE29AA68354}" destId="{66347F98-3560-4189-B155-7301A1697113}" srcOrd="0" destOrd="0" presId="urn:microsoft.com/office/officeart/2005/8/layout/hierarchy3"/>
    <dgm:cxn modelId="{FEB97881-D764-4EAF-BF1E-7F4ECC0FDE8C}" type="presOf" srcId="{96DF49C4-544A-4D95-A740-FB7D004822F8}" destId="{FB614C4F-7907-44EA-ADC1-A304CBAC95B6}" srcOrd="1" destOrd="0" presId="urn:microsoft.com/office/officeart/2005/8/layout/hierarchy3"/>
    <dgm:cxn modelId="{2DBFE188-7DCE-4198-8596-D780423A0F72}" srcId="{96DF49C4-544A-4D95-A740-FB7D004822F8}" destId="{2A1880B4-1EF2-4301-9675-5C74728ADACB}" srcOrd="3" destOrd="0" parTransId="{193EC494-3B6A-4C40-90A4-9F0C35F087D4}" sibTransId="{D9C16C46-F69B-4BFB-9AEB-6454B45C4B72}"/>
    <dgm:cxn modelId="{89CEEF88-4B90-4CCA-9191-1AC38AEE4DBD}" srcId="{59EB8C2E-9C89-4330-9764-9D4D0C4E4860}" destId="{8BC6933C-EB08-40EB-8774-A6A7931E9969}" srcOrd="0" destOrd="0" parTransId="{A1D61312-E3E1-409D-90FB-657C0F09FC3D}" sibTransId="{D3648DD8-D877-4DD7-B614-0E58CE12D470}"/>
    <dgm:cxn modelId="{3C16458F-4D80-48F9-9E62-790987B05B00}" type="presOf" srcId="{193EC494-3B6A-4C40-90A4-9F0C35F087D4}" destId="{9952C97A-A131-438D-AA02-15B751B3553A}" srcOrd="0" destOrd="0" presId="urn:microsoft.com/office/officeart/2005/8/layout/hierarchy3"/>
    <dgm:cxn modelId="{BD80ED94-39C6-486E-B647-8E05127B70E5}" type="presOf" srcId="{59EB8C2E-9C89-4330-9764-9D4D0C4E4860}" destId="{0D06EA59-F3E3-4CC8-BC11-53736A856D43}" srcOrd="0" destOrd="0" presId="urn:microsoft.com/office/officeart/2005/8/layout/hierarchy3"/>
    <dgm:cxn modelId="{1DE0EF94-31FB-4F2A-9473-AA7217C98247}" type="presOf" srcId="{637F549F-985F-404B-9B46-A738536F4CB3}" destId="{CC317795-A091-4299-BB1E-93C2AE0F2611}" srcOrd="0" destOrd="0" presId="urn:microsoft.com/office/officeart/2005/8/layout/hierarchy3"/>
    <dgm:cxn modelId="{D1C1F894-B3EC-41FD-93BD-5841F694681D}" type="presOf" srcId="{AF0EC1E6-0B66-4C3D-8415-7487C04F327F}" destId="{ED65A8E1-074D-4C3E-87B2-7F0800709346}" srcOrd="0" destOrd="0" presId="urn:microsoft.com/office/officeart/2005/8/layout/hierarchy3"/>
    <dgm:cxn modelId="{E969A096-C0B1-40C6-BC8D-0C2809EF31AD}" type="presOf" srcId="{D395D4BE-F1D1-45A0-B97A-BFD3A3099458}" destId="{1E2A9FC8-228C-48BA-A1F7-0A99CFC28B14}" srcOrd="0" destOrd="0" presId="urn:microsoft.com/office/officeart/2005/8/layout/hierarchy3"/>
    <dgm:cxn modelId="{4EEBA19F-ADCE-47DA-BB1E-438753ADD06C}" srcId="{8BC6933C-EB08-40EB-8774-A6A7931E9969}" destId="{E81786AC-C443-426A-9BA3-1F87E5F08D64}" srcOrd="4" destOrd="0" parTransId="{DB8F7A86-A79D-438F-BA62-1DFFE9867B89}" sibTransId="{E949C860-2186-40EB-A01A-CF30D55E9649}"/>
    <dgm:cxn modelId="{254A48A5-E1B4-4644-A9CB-3DC22CC73F99}" type="presOf" srcId="{7544DC34-72E0-472E-81BE-F7D3E4E8926F}" destId="{E541D02C-93DC-4209-9EA7-5F26C9AA8D76}" srcOrd="0" destOrd="0" presId="urn:microsoft.com/office/officeart/2005/8/layout/hierarchy3"/>
    <dgm:cxn modelId="{B8D0A0B9-45A5-4B62-A050-6133053E69D4}" srcId="{D395D4BE-F1D1-45A0-B97A-BFD3A3099458}" destId="{FEFF31F3-BB02-4FE4-AF27-BE2512D311A5}" srcOrd="3" destOrd="0" parTransId="{45BA121E-BA05-49EA-8F49-537E0CA9A867}" sibTransId="{0372C947-A066-4BB5-B004-75724DF8A6C9}"/>
    <dgm:cxn modelId="{E18E00C2-B3A3-4EFE-B44E-B9B049B13A6A}" type="presOf" srcId="{8773BF45-6787-4140-A225-A465675511A5}" destId="{A9DB2D4A-4F82-4317-B357-3DA0C69DD679}" srcOrd="0" destOrd="0" presId="urn:microsoft.com/office/officeart/2005/8/layout/hierarchy3"/>
    <dgm:cxn modelId="{EB756DC2-C9C0-4231-AE7F-E44496572B93}" srcId="{96DF49C4-544A-4D95-A740-FB7D004822F8}" destId="{EB80BAF7-3221-4A8D-801A-415605637CAD}" srcOrd="1" destOrd="0" parTransId="{C95F54F6-F612-4E74-8C44-51DAE46D8D06}" sibTransId="{DEBE7016-CF38-4F9B-9D86-344C29A75943}"/>
    <dgm:cxn modelId="{544980C4-032A-431F-9135-67BB2A3B8F29}" type="presOf" srcId="{3CE231D1-14FE-4D4B-9103-ECBB86ED6359}" destId="{A224EFF0-0146-4EC2-ACCE-EAC4AF8ABFC9}" srcOrd="0" destOrd="0" presId="urn:microsoft.com/office/officeart/2005/8/layout/hierarchy3"/>
    <dgm:cxn modelId="{7D4835C5-1048-4410-8A0F-CC790B471842}" type="presOf" srcId="{E81786AC-C443-426A-9BA3-1F87E5F08D64}" destId="{D1B496BE-B7C0-4E36-9674-EC6A9320B5DD}" srcOrd="0" destOrd="0" presId="urn:microsoft.com/office/officeart/2005/8/layout/hierarchy3"/>
    <dgm:cxn modelId="{14381CC7-8024-4A4C-9985-962C6DB6C082}" srcId="{8BC6933C-EB08-40EB-8774-A6A7931E9969}" destId="{200F9391-686E-4395-AB2A-E1E20BB65290}" srcOrd="0" destOrd="0" parTransId="{3B146CED-8D9B-462C-BCBD-53BE89600FCD}" sibTransId="{BD973F29-819D-44BE-B871-3A7DFAF943F2}"/>
    <dgm:cxn modelId="{0D4C4EC9-9BC7-4B3D-AFD1-E5D2B898F6E7}" type="presOf" srcId="{9326E0D5-FD9D-4F94-B0FA-45337B9FE800}" destId="{22E478E1-FE66-45B6-887F-16A48745E6D9}" srcOrd="0" destOrd="0" presId="urn:microsoft.com/office/officeart/2005/8/layout/hierarchy3"/>
    <dgm:cxn modelId="{45D203D9-8D21-4452-85F5-979683B5872B}" srcId="{D395D4BE-F1D1-45A0-B97A-BFD3A3099458}" destId="{AF0EC1E6-0B66-4C3D-8415-7487C04F327F}" srcOrd="4" destOrd="0" parTransId="{0912B98A-44A6-4237-8E2E-9B0ADFECC037}" sibTransId="{9DB7588A-4FB8-4375-98D6-679527A784BE}"/>
    <dgm:cxn modelId="{A4277ADD-15E6-4983-9C3D-ADD96E03877F}" srcId="{59EB8C2E-9C89-4330-9764-9D4D0C4E4860}" destId="{D395D4BE-F1D1-45A0-B97A-BFD3A3099458}" srcOrd="1" destOrd="0" parTransId="{775119F2-0D98-4C5A-8801-6B6E0E770452}" sibTransId="{7E54213E-A9F3-47D7-89C5-2D84EF5E2B42}"/>
    <dgm:cxn modelId="{F7AFD5DD-8F45-4E54-9F76-A549E5CE35A4}" type="presOf" srcId="{326422A6-DE33-4D16-935D-B01A726837B1}" destId="{86EBAA5A-2D5A-43AB-A514-030841D41E41}" srcOrd="0" destOrd="0" presId="urn:microsoft.com/office/officeart/2005/8/layout/hierarchy3"/>
    <dgm:cxn modelId="{74E3E2E8-A38F-45B5-8BD9-02E263FDAC5C}" srcId="{D395D4BE-F1D1-45A0-B97A-BFD3A3099458}" destId="{3CE231D1-14FE-4D4B-9103-ECBB86ED6359}" srcOrd="1" destOrd="0" parTransId="{A54586A1-037C-485B-A057-DD6117107328}" sibTransId="{46E33FFE-E05A-4A8E-8B6C-09A2D96EA153}"/>
    <dgm:cxn modelId="{BA4D26EC-7128-4704-B3EA-B72A5D45A0B7}" type="presOf" srcId="{E4CEA7E6-7D90-49CC-B4F7-3F530DE30B2E}" destId="{053CB656-BE54-4CC7-B67B-3E18AFF9A475}" srcOrd="0" destOrd="0" presId="urn:microsoft.com/office/officeart/2005/8/layout/hierarchy3"/>
    <dgm:cxn modelId="{CA83F4F0-5B61-4593-9BFF-794E3287EE3B}" srcId="{8BC6933C-EB08-40EB-8774-A6A7931E9969}" destId="{7544DC34-72E0-472E-81BE-F7D3E4E8926F}" srcOrd="1" destOrd="0" parTransId="{53B772B0-02E0-4386-B34D-9E2572B2C51C}" sibTransId="{E8C20899-D897-4943-901E-5A25321D5A04}"/>
    <dgm:cxn modelId="{7FD881F6-7C6D-45D5-B451-0B00E9785635}" type="presOf" srcId="{8BC6933C-EB08-40EB-8774-A6A7931E9969}" destId="{D52B9D0C-AFC1-4FD6-AA1A-9B2F69BF774F}" srcOrd="1" destOrd="0" presId="urn:microsoft.com/office/officeart/2005/8/layout/hierarchy3"/>
    <dgm:cxn modelId="{C2A771F8-EE95-4429-A29A-06B8B8DE669E}" type="presOf" srcId="{BF4FCB4F-7557-43A5-B39C-3F3BE695D08B}" destId="{E8C85062-C60C-4446-A8C4-FE8DA5F35BCE}" srcOrd="0" destOrd="0" presId="urn:microsoft.com/office/officeart/2005/8/layout/hierarchy3"/>
    <dgm:cxn modelId="{4388BDF8-AAB5-4E82-BE14-9FDBE22A56D4}" srcId="{96DF49C4-544A-4D95-A740-FB7D004822F8}" destId="{79D936CB-797C-4EF3-A635-24A1242222CD}" srcOrd="4" destOrd="0" parTransId="{9686CE26-89BA-4368-90A8-1F3AAEAF126B}" sibTransId="{6AF35C0B-3E52-4C8B-AB56-6E10F1B8307A}"/>
    <dgm:cxn modelId="{48B501FB-EAEC-4BD6-83D3-794BDD8A2602}" type="presOf" srcId="{3B146CED-8D9B-462C-BCBD-53BE89600FCD}" destId="{F213A889-5BC7-424A-A6AD-AEBF7B451417}" srcOrd="0" destOrd="0" presId="urn:microsoft.com/office/officeart/2005/8/layout/hierarchy3"/>
    <dgm:cxn modelId="{3EFFD529-2AC6-4651-9C34-DD1ECA976967}" type="presParOf" srcId="{0D06EA59-F3E3-4CC8-BC11-53736A856D43}" destId="{429627BF-8F14-429A-B90E-677351CC6EA7}" srcOrd="0" destOrd="0" presId="urn:microsoft.com/office/officeart/2005/8/layout/hierarchy3"/>
    <dgm:cxn modelId="{E52390AC-3A3D-4E68-8B3B-2886C0E127C4}" type="presParOf" srcId="{429627BF-8F14-429A-B90E-677351CC6EA7}" destId="{46B77335-E38B-4DF3-ADC0-2E2C1B856DEA}" srcOrd="0" destOrd="0" presId="urn:microsoft.com/office/officeart/2005/8/layout/hierarchy3"/>
    <dgm:cxn modelId="{D9F4C6F5-2840-46E8-8E47-26BFC1156EEC}" type="presParOf" srcId="{46B77335-E38B-4DF3-ADC0-2E2C1B856DEA}" destId="{B8A17095-AB76-4D66-9765-DE6272DEED46}" srcOrd="0" destOrd="0" presId="urn:microsoft.com/office/officeart/2005/8/layout/hierarchy3"/>
    <dgm:cxn modelId="{EA28133A-BC06-4AA6-8755-452D739428BA}" type="presParOf" srcId="{46B77335-E38B-4DF3-ADC0-2E2C1B856DEA}" destId="{D52B9D0C-AFC1-4FD6-AA1A-9B2F69BF774F}" srcOrd="1" destOrd="0" presId="urn:microsoft.com/office/officeart/2005/8/layout/hierarchy3"/>
    <dgm:cxn modelId="{AD37DD17-CEB2-45DE-8AD3-24B1A530B295}" type="presParOf" srcId="{429627BF-8F14-429A-B90E-677351CC6EA7}" destId="{AF594426-7A7D-4E20-93F0-6DDB71B0E032}" srcOrd="1" destOrd="0" presId="urn:microsoft.com/office/officeart/2005/8/layout/hierarchy3"/>
    <dgm:cxn modelId="{A5EC91AD-64D9-4B8E-9EBB-BEA22FC4E38D}" type="presParOf" srcId="{AF594426-7A7D-4E20-93F0-6DDB71B0E032}" destId="{F213A889-5BC7-424A-A6AD-AEBF7B451417}" srcOrd="0" destOrd="0" presId="urn:microsoft.com/office/officeart/2005/8/layout/hierarchy3"/>
    <dgm:cxn modelId="{63A43F95-ED6E-4137-A2B1-95CDB485F7E9}" type="presParOf" srcId="{AF594426-7A7D-4E20-93F0-6DDB71B0E032}" destId="{472872A2-4868-4DA5-A5E4-652DB3FD9F31}" srcOrd="1" destOrd="0" presId="urn:microsoft.com/office/officeart/2005/8/layout/hierarchy3"/>
    <dgm:cxn modelId="{E4FAE0DD-10AE-46E8-BA13-92460DE83677}" type="presParOf" srcId="{AF594426-7A7D-4E20-93F0-6DDB71B0E032}" destId="{85061034-2C34-4DD7-8074-FB2D82FB499F}" srcOrd="2" destOrd="0" presId="urn:microsoft.com/office/officeart/2005/8/layout/hierarchy3"/>
    <dgm:cxn modelId="{677C1ECF-DA81-492F-A6F1-7C6F6380E1E8}" type="presParOf" srcId="{AF594426-7A7D-4E20-93F0-6DDB71B0E032}" destId="{E541D02C-93DC-4209-9EA7-5F26C9AA8D76}" srcOrd="3" destOrd="0" presId="urn:microsoft.com/office/officeart/2005/8/layout/hierarchy3"/>
    <dgm:cxn modelId="{92CA40E7-06BC-4822-9BC0-E288F297D26A}" type="presParOf" srcId="{AF594426-7A7D-4E20-93F0-6DDB71B0E032}" destId="{6489C0F5-02BA-4F03-BB96-938B6D96FDDD}" srcOrd="4" destOrd="0" presId="urn:microsoft.com/office/officeart/2005/8/layout/hierarchy3"/>
    <dgm:cxn modelId="{A143728B-BD39-4893-9852-02AF5C348CBE}" type="presParOf" srcId="{AF594426-7A7D-4E20-93F0-6DDB71B0E032}" destId="{7231EE62-39B9-4F0C-8B3B-51B687CF08AA}" srcOrd="5" destOrd="0" presId="urn:microsoft.com/office/officeart/2005/8/layout/hierarchy3"/>
    <dgm:cxn modelId="{C2A91CAB-06BB-48EA-8495-E875E3DEDB59}" type="presParOf" srcId="{AF594426-7A7D-4E20-93F0-6DDB71B0E032}" destId="{E17CF6EF-D983-440F-B519-7C030367041A}" srcOrd="6" destOrd="0" presId="urn:microsoft.com/office/officeart/2005/8/layout/hierarchy3"/>
    <dgm:cxn modelId="{6134FF69-8507-46B3-B337-4537F9F78E45}" type="presParOf" srcId="{AF594426-7A7D-4E20-93F0-6DDB71B0E032}" destId="{2B4EA8D5-FE11-4BB3-A65A-75FDEDE55956}" srcOrd="7" destOrd="0" presId="urn:microsoft.com/office/officeart/2005/8/layout/hierarchy3"/>
    <dgm:cxn modelId="{B8327C3B-A74A-4F3A-AB92-251CF90FD604}" type="presParOf" srcId="{AF594426-7A7D-4E20-93F0-6DDB71B0E032}" destId="{E83FC18D-9684-4449-A78F-B5D68D0D20A9}" srcOrd="8" destOrd="0" presId="urn:microsoft.com/office/officeart/2005/8/layout/hierarchy3"/>
    <dgm:cxn modelId="{40D956C6-3186-46A7-9ABF-E795DC49BAC9}" type="presParOf" srcId="{AF594426-7A7D-4E20-93F0-6DDB71B0E032}" destId="{D1B496BE-B7C0-4E36-9674-EC6A9320B5DD}" srcOrd="9" destOrd="0" presId="urn:microsoft.com/office/officeart/2005/8/layout/hierarchy3"/>
    <dgm:cxn modelId="{68AC4857-8DA7-4D33-A535-1BDBB1ABB4DE}" type="presParOf" srcId="{0D06EA59-F3E3-4CC8-BC11-53736A856D43}" destId="{9E8A599E-3FBD-4781-A1B0-5F24900277E7}" srcOrd="1" destOrd="0" presId="urn:microsoft.com/office/officeart/2005/8/layout/hierarchy3"/>
    <dgm:cxn modelId="{C3AFD91A-D211-45F1-B782-6036623296B1}" type="presParOf" srcId="{9E8A599E-3FBD-4781-A1B0-5F24900277E7}" destId="{D53B778B-991A-4394-AFAE-5ADE01A4DF61}" srcOrd="0" destOrd="0" presId="urn:microsoft.com/office/officeart/2005/8/layout/hierarchy3"/>
    <dgm:cxn modelId="{4DCC88A0-BF2D-40A6-8CFA-3018D02F0738}" type="presParOf" srcId="{D53B778B-991A-4394-AFAE-5ADE01A4DF61}" destId="{1E2A9FC8-228C-48BA-A1F7-0A99CFC28B14}" srcOrd="0" destOrd="0" presId="urn:microsoft.com/office/officeart/2005/8/layout/hierarchy3"/>
    <dgm:cxn modelId="{7CB91211-1E52-446E-B779-7397373D4D84}" type="presParOf" srcId="{D53B778B-991A-4394-AFAE-5ADE01A4DF61}" destId="{2BCA9E04-4E35-4A40-A660-94735A3AABE7}" srcOrd="1" destOrd="0" presId="urn:microsoft.com/office/officeart/2005/8/layout/hierarchy3"/>
    <dgm:cxn modelId="{D56D4AD6-4792-4853-BC3F-0C67E44D21A9}" type="presParOf" srcId="{9E8A599E-3FBD-4781-A1B0-5F24900277E7}" destId="{B4BDCC8A-B161-4C80-AC7F-3F838A34131F}" srcOrd="1" destOrd="0" presId="urn:microsoft.com/office/officeart/2005/8/layout/hierarchy3"/>
    <dgm:cxn modelId="{21BC591C-C645-41B1-A662-C06804F85AC4}" type="presParOf" srcId="{B4BDCC8A-B161-4C80-AC7F-3F838A34131F}" destId="{4B146545-56D3-4E77-8E17-B392F36D23DD}" srcOrd="0" destOrd="0" presId="urn:microsoft.com/office/officeart/2005/8/layout/hierarchy3"/>
    <dgm:cxn modelId="{B94D9A4F-19E9-48D8-9C1F-6F987B9252B8}" type="presParOf" srcId="{B4BDCC8A-B161-4C80-AC7F-3F838A34131F}" destId="{86EBAA5A-2D5A-43AB-A514-030841D41E41}" srcOrd="1" destOrd="0" presId="urn:microsoft.com/office/officeart/2005/8/layout/hierarchy3"/>
    <dgm:cxn modelId="{80951A2E-9C7C-4F04-ADA6-768469EE0EBF}" type="presParOf" srcId="{B4BDCC8A-B161-4C80-AC7F-3F838A34131F}" destId="{A84C4EC1-4BFD-473E-9B2C-AA37CEF12B19}" srcOrd="2" destOrd="0" presId="urn:microsoft.com/office/officeart/2005/8/layout/hierarchy3"/>
    <dgm:cxn modelId="{76082987-CB7A-42BB-AD5D-A45E5B1D6843}" type="presParOf" srcId="{B4BDCC8A-B161-4C80-AC7F-3F838A34131F}" destId="{A224EFF0-0146-4EC2-ACCE-EAC4AF8ABFC9}" srcOrd="3" destOrd="0" presId="urn:microsoft.com/office/officeart/2005/8/layout/hierarchy3"/>
    <dgm:cxn modelId="{59C730EA-D301-4D80-BFD0-3EED43A6B285}" type="presParOf" srcId="{B4BDCC8A-B161-4C80-AC7F-3F838A34131F}" destId="{66347F98-3560-4189-B155-7301A1697113}" srcOrd="4" destOrd="0" presId="urn:microsoft.com/office/officeart/2005/8/layout/hierarchy3"/>
    <dgm:cxn modelId="{05A16150-B5F5-4C09-BA68-3AD92F43EF81}" type="presParOf" srcId="{B4BDCC8A-B161-4C80-AC7F-3F838A34131F}" destId="{053CB656-BE54-4CC7-B67B-3E18AFF9A475}" srcOrd="5" destOrd="0" presId="urn:microsoft.com/office/officeart/2005/8/layout/hierarchy3"/>
    <dgm:cxn modelId="{9A0925F2-F7A3-4359-AD0A-035CFF6C5032}" type="presParOf" srcId="{B4BDCC8A-B161-4C80-AC7F-3F838A34131F}" destId="{C34DB01C-040E-4FB8-964F-000AF8197820}" srcOrd="6" destOrd="0" presId="urn:microsoft.com/office/officeart/2005/8/layout/hierarchy3"/>
    <dgm:cxn modelId="{9339F763-C19B-4D4C-8C80-416831068396}" type="presParOf" srcId="{B4BDCC8A-B161-4C80-AC7F-3F838A34131F}" destId="{6A8E20BF-CE4E-431D-B940-C4593374A828}" srcOrd="7" destOrd="0" presId="urn:microsoft.com/office/officeart/2005/8/layout/hierarchy3"/>
    <dgm:cxn modelId="{F08694D9-989C-4F8E-B553-8E9192EFE067}" type="presParOf" srcId="{B4BDCC8A-B161-4C80-AC7F-3F838A34131F}" destId="{A89C5216-6180-4F05-B85F-A59D92047414}" srcOrd="8" destOrd="0" presId="urn:microsoft.com/office/officeart/2005/8/layout/hierarchy3"/>
    <dgm:cxn modelId="{B2F8D624-160E-4371-BC79-43DA7D335922}" type="presParOf" srcId="{B4BDCC8A-B161-4C80-AC7F-3F838A34131F}" destId="{ED65A8E1-074D-4C3E-87B2-7F0800709346}" srcOrd="9" destOrd="0" presId="urn:microsoft.com/office/officeart/2005/8/layout/hierarchy3"/>
    <dgm:cxn modelId="{D20FF7D2-6929-4622-A7B2-88027231C25D}" type="presParOf" srcId="{0D06EA59-F3E3-4CC8-BC11-53736A856D43}" destId="{FD28AEE6-2571-44A4-A19D-8FD4D496A2F9}" srcOrd="2" destOrd="0" presId="urn:microsoft.com/office/officeart/2005/8/layout/hierarchy3"/>
    <dgm:cxn modelId="{EAED4981-A5AE-47F6-9BA4-473EC2A01BC6}" type="presParOf" srcId="{FD28AEE6-2571-44A4-A19D-8FD4D496A2F9}" destId="{68A4D733-E3B6-41F0-B040-2E57FFE842B2}" srcOrd="0" destOrd="0" presId="urn:microsoft.com/office/officeart/2005/8/layout/hierarchy3"/>
    <dgm:cxn modelId="{010BB3AF-F4E3-4102-A2FF-AFB2036F71BF}" type="presParOf" srcId="{68A4D733-E3B6-41F0-B040-2E57FFE842B2}" destId="{A22376D4-2F0F-4671-9057-3A2AE91223C0}" srcOrd="0" destOrd="0" presId="urn:microsoft.com/office/officeart/2005/8/layout/hierarchy3"/>
    <dgm:cxn modelId="{9AD95578-3D6A-4F66-8B41-A00CC2DAB83E}" type="presParOf" srcId="{68A4D733-E3B6-41F0-B040-2E57FFE842B2}" destId="{FB614C4F-7907-44EA-ADC1-A304CBAC95B6}" srcOrd="1" destOrd="0" presId="urn:microsoft.com/office/officeart/2005/8/layout/hierarchy3"/>
    <dgm:cxn modelId="{0F318520-F14F-404C-9644-F36A000FD055}" type="presParOf" srcId="{FD28AEE6-2571-44A4-A19D-8FD4D496A2F9}" destId="{6F4E6544-2058-4963-9211-CCF8DB98637B}" srcOrd="1" destOrd="0" presId="urn:microsoft.com/office/officeart/2005/8/layout/hierarchy3"/>
    <dgm:cxn modelId="{9C36AB6A-65A1-4968-80C5-6CC9DB1DA9B3}" type="presParOf" srcId="{6F4E6544-2058-4963-9211-CCF8DB98637B}" destId="{A9DB2D4A-4F82-4317-B357-3DA0C69DD679}" srcOrd="0" destOrd="0" presId="urn:microsoft.com/office/officeart/2005/8/layout/hierarchy3"/>
    <dgm:cxn modelId="{755F17C9-4B86-4891-8CD3-5CB45014BC46}" type="presParOf" srcId="{6F4E6544-2058-4963-9211-CCF8DB98637B}" destId="{22E478E1-FE66-45B6-887F-16A48745E6D9}" srcOrd="1" destOrd="0" presId="urn:microsoft.com/office/officeart/2005/8/layout/hierarchy3"/>
    <dgm:cxn modelId="{08955AF7-1312-448C-BA79-3287AFA797AD}" type="presParOf" srcId="{6F4E6544-2058-4963-9211-CCF8DB98637B}" destId="{713849ED-1193-45CC-80CE-8F474FBA987D}" srcOrd="2" destOrd="0" presId="urn:microsoft.com/office/officeart/2005/8/layout/hierarchy3"/>
    <dgm:cxn modelId="{A0623F8A-9B91-4CCF-92DC-0DE3CAE66F7A}" type="presParOf" srcId="{6F4E6544-2058-4963-9211-CCF8DB98637B}" destId="{1FD99BD8-EDD8-4FBB-9123-D4E27A998CEC}" srcOrd="3" destOrd="0" presId="urn:microsoft.com/office/officeart/2005/8/layout/hierarchy3"/>
    <dgm:cxn modelId="{16078C55-E3E0-47FB-BB1C-08F54D7CA051}" type="presParOf" srcId="{6F4E6544-2058-4963-9211-CCF8DB98637B}" destId="{CC317795-A091-4299-BB1E-93C2AE0F2611}" srcOrd="4" destOrd="0" presId="urn:microsoft.com/office/officeart/2005/8/layout/hierarchy3"/>
    <dgm:cxn modelId="{961F64D0-102B-481D-B522-4C9ACCF1C182}" type="presParOf" srcId="{6F4E6544-2058-4963-9211-CCF8DB98637B}" destId="{E8C85062-C60C-4446-A8C4-FE8DA5F35BCE}" srcOrd="5" destOrd="0" presId="urn:microsoft.com/office/officeart/2005/8/layout/hierarchy3"/>
    <dgm:cxn modelId="{119B7BF2-820B-4547-ADA9-7D0E5A6AD502}" type="presParOf" srcId="{6F4E6544-2058-4963-9211-CCF8DB98637B}" destId="{9952C97A-A131-438D-AA02-15B751B3553A}" srcOrd="6" destOrd="0" presId="urn:microsoft.com/office/officeart/2005/8/layout/hierarchy3"/>
    <dgm:cxn modelId="{B882A550-BB69-4FDC-935E-C7C2D2DAF013}" type="presParOf" srcId="{6F4E6544-2058-4963-9211-CCF8DB98637B}" destId="{2875B950-81C6-416A-8CF2-219E1BEB67C3}" srcOrd="7" destOrd="0" presId="urn:microsoft.com/office/officeart/2005/8/layout/hierarchy3"/>
    <dgm:cxn modelId="{9E368D9B-E532-4B13-A6D6-3B5B7E09D9B8}" type="presParOf" srcId="{6F4E6544-2058-4963-9211-CCF8DB98637B}" destId="{AFDD1842-92C7-47AE-8FE7-F51BF69D1E6D}" srcOrd="8" destOrd="0" presId="urn:microsoft.com/office/officeart/2005/8/layout/hierarchy3"/>
    <dgm:cxn modelId="{B1CA0ABB-854E-417D-883E-2CE1A362C8F0}" type="presParOf" srcId="{6F4E6544-2058-4963-9211-CCF8DB98637B}" destId="{ED3BB8C1-6744-401A-BBB0-E8FB15A6AB96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30414-6F35-4E19-B8A2-62CCCC1DB3F9}">
      <dsp:nvSpPr>
        <dsp:cNvPr id="0" name=""/>
        <dsp:cNvSpPr/>
      </dsp:nvSpPr>
      <dsp:spPr>
        <a:xfrm>
          <a:off x="794" y="140933"/>
          <a:ext cx="1859772" cy="9298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Customer Feedback Analysis</a:t>
          </a:r>
          <a:endParaRPr lang="en-PK" sz="1400" kern="1200" dirty="0"/>
        </a:p>
      </dsp:txBody>
      <dsp:txXfrm>
        <a:off x="28029" y="168168"/>
        <a:ext cx="1805302" cy="875416"/>
      </dsp:txXfrm>
    </dsp:sp>
    <dsp:sp modelId="{2F887FE9-9EC0-4732-8340-CE8DF71238BE}">
      <dsp:nvSpPr>
        <dsp:cNvPr id="0" name=""/>
        <dsp:cNvSpPr/>
      </dsp:nvSpPr>
      <dsp:spPr>
        <a:xfrm>
          <a:off x="186771" y="1070819"/>
          <a:ext cx="185977" cy="6974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7414"/>
              </a:lnTo>
              <a:lnTo>
                <a:pt x="185977" y="69741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97896E-659C-48EE-A941-BFC921B2DC12}">
      <dsp:nvSpPr>
        <dsp:cNvPr id="0" name=""/>
        <dsp:cNvSpPr/>
      </dsp:nvSpPr>
      <dsp:spPr>
        <a:xfrm>
          <a:off x="372749" y="1303290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Avg Rating</a:t>
          </a:r>
          <a:endParaRPr lang="en-PK" sz="1400" b="0" kern="1200" dirty="0"/>
        </a:p>
      </dsp:txBody>
      <dsp:txXfrm>
        <a:off x="399984" y="1330525"/>
        <a:ext cx="1433347" cy="875416"/>
      </dsp:txXfrm>
    </dsp:sp>
    <dsp:sp modelId="{63332981-5787-4429-B20E-70E986E47648}">
      <dsp:nvSpPr>
        <dsp:cNvPr id="0" name=""/>
        <dsp:cNvSpPr/>
      </dsp:nvSpPr>
      <dsp:spPr>
        <a:xfrm>
          <a:off x="186771" y="1070819"/>
          <a:ext cx="185977" cy="1859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772"/>
              </a:lnTo>
              <a:lnTo>
                <a:pt x="185977" y="1859772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C876F5-7D7B-417A-AA76-AE3ECAD0E685}">
      <dsp:nvSpPr>
        <dsp:cNvPr id="0" name=""/>
        <dsp:cNvSpPr/>
      </dsp:nvSpPr>
      <dsp:spPr>
        <a:xfrm>
          <a:off x="372749" y="2465648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Customer Lifetime value</a:t>
          </a:r>
          <a:endParaRPr lang="en-PK" sz="1400" b="0" kern="1200" dirty="0"/>
        </a:p>
      </dsp:txBody>
      <dsp:txXfrm>
        <a:off x="399984" y="2492883"/>
        <a:ext cx="1433347" cy="875416"/>
      </dsp:txXfrm>
    </dsp:sp>
    <dsp:sp modelId="{72A50DF3-7F7C-4D96-935F-8C8AF0474B6E}">
      <dsp:nvSpPr>
        <dsp:cNvPr id="0" name=""/>
        <dsp:cNvSpPr/>
      </dsp:nvSpPr>
      <dsp:spPr>
        <a:xfrm>
          <a:off x="186771" y="1070819"/>
          <a:ext cx="185977" cy="3022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2129"/>
              </a:lnTo>
              <a:lnTo>
                <a:pt x="185977" y="3022129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3B3288-B7B0-4E6F-8E78-12E5F39CF927}">
      <dsp:nvSpPr>
        <dsp:cNvPr id="0" name=""/>
        <dsp:cNvSpPr/>
      </dsp:nvSpPr>
      <dsp:spPr>
        <a:xfrm>
          <a:off x="372749" y="3628006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Total Customers</a:t>
          </a:r>
          <a:endParaRPr lang="en-PK" sz="1400" b="0" kern="1200" dirty="0"/>
        </a:p>
      </dsp:txBody>
      <dsp:txXfrm>
        <a:off x="399984" y="3655241"/>
        <a:ext cx="1433347" cy="875416"/>
      </dsp:txXfrm>
    </dsp:sp>
    <dsp:sp modelId="{6537494E-8223-47C0-9DC9-9F89ADE9AD5A}">
      <dsp:nvSpPr>
        <dsp:cNvPr id="0" name=""/>
        <dsp:cNvSpPr/>
      </dsp:nvSpPr>
      <dsp:spPr>
        <a:xfrm>
          <a:off x="186771" y="1070819"/>
          <a:ext cx="185977" cy="418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84487"/>
              </a:lnTo>
              <a:lnTo>
                <a:pt x="185977" y="4184487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704A03-9341-4E16-81C1-542C7D13C189}">
      <dsp:nvSpPr>
        <dsp:cNvPr id="0" name=""/>
        <dsp:cNvSpPr/>
      </dsp:nvSpPr>
      <dsp:spPr>
        <a:xfrm>
          <a:off x="372749" y="4790363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Churn Rate</a:t>
          </a:r>
          <a:endParaRPr lang="en-PK" sz="1400" b="0" kern="1200" dirty="0"/>
        </a:p>
      </dsp:txBody>
      <dsp:txXfrm>
        <a:off x="399984" y="4817598"/>
        <a:ext cx="1433347" cy="875416"/>
      </dsp:txXfrm>
    </dsp:sp>
    <dsp:sp modelId="{0FFAD34E-A5B1-4151-A06A-04655C5FF0F4}">
      <dsp:nvSpPr>
        <dsp:cNvPr id="0" name=""/>
        <dsp:cNvSpPr/>
      </dsp:nvSpPr>
      <dsp:spPr>
        <a:xfrm>
          <a:off x="2325509" y="140933"/>
          <a:ext cx="1859772" cy="9298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Marketing and delivery Performance</a:t>
          </a:r>
          <a:endParaRPr lang="en-PK" sz="1400" kern="1200" dirty="0"/>
        </a:p>
      </dsp:txBody>
      <dsp:txXfrm>
        <a:off x="2352744" y="168168"/>
        <a:ext cx="1805302" cy="875416"/>
      </dsp:txXfrm>
    </dsp:sp>
    <dsp:sp modelId="{D499A456-92E6-4730-B63C-484F320FCF05}">
      <dsp:nvSpPr>
        <dsp:cNvPr id="0" name=""/>
        <dsp:cNvSpPr/>
      </dsp:nvSpPr>
      <dsp:spPr>
        <a:xfrm>
          <a:off x="2511487" y="1070819"/>
          <a:ext cx="185977" cy="6974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7414"/>
              </a:lnTo>
              <a:lnTo>
                <a:pt x="185977" y="69741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F32F9B-6CC9-43FF-822A-D587EB605735}">
      <dsp:nvSpPr>
        <dsp:cNvPr id="0" name=""/>
        <dsp:cNvSpPr/>
      </dsp:nvSpPr>
      <dsp:spPr>
        <a:xfrm>
          <a:off x="2697464" y="1303290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On-Time Delivery</a:t>
          </a:r>
          <a:endParaRPr lang="en-PK" sz="1400" b="0" kern="1200" dirty="0"/>
        </a:p>
      </dsp:txBody>
      <dsp:txXfrm>
        <a:off x="2724699" y="1330525"/>
        <a:ext cx="1433347" cy="875416"/>
      </dsp:txXfrm>
    </dsp:sp>
    <dsp:sp modelId="{0A82A821-14B6-445B-A08A-3E638604EB04}">
      <dsp:nvSpPr>
        <dsp:cNvPr id="0" name=""/>
        <dsp:cNvSpPr/>
      </dsp:nvSpPr>
      <dsp:spPr>
        <a:xfrm>
          <a:off x="2511487" y="1070819"/>
          <a:ext cx="185977" cy="1859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772"/>
              </a:lnTo>
              <a:lnTo>
                <a:pt x="185977" y="1859772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288318-36AB-4807-93B0-E3ADE12B4502}">
      <dsp:nvSpPr>
        <dsp:cNvPr id="0" name=""/>
        <dsp:cNvSpPr/>
      </dsp:nvSpPr>
      <dsp:spPr>
        <a:xfrm>
          <a:off x="2697464" y="2465648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CTR %</a:t>
          </a:r>
          <a:endParaRPr lang="en-PK" sz="1400" b="0" kern="1200" dirty="0"/>
        </a:p>
      </dsp:txBody>
      <dsp:txXfrm>
        <a:off x="2724699" y="2492883"/>
        <a:ext cx="1433347" cy="875416"/>
      </dsp:txXfrm>
    </dsp:sp>
    <dsp:sp modelId="{6C745E7E-9B64-44DB-822E-3F5267303394}">
      <dsp:nvSpPr>
        <dsp:cNvPr id="0" name=""/>
        <dsp:cNvSpPr/>
      </dsp:nvSpPr>
      <dsp:spPr>
        <a:xfrm>
          <a:off x="2511487" y="1070819"/>
          <a:ext cx="185977" cy="3022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2129"/>
              </a:lnTo>
              <a:lnTo>
                <a:pt x="185977" y="3022129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F2EA4C-A93F-4847-8A1A-9D0EE24013F4}">
      <dsp:nvSpPr>
        <dsp:cNvPr id="0" name=""/>
        <dsp:cNvSpPr/>
      </dsp:nvSpPr>
      <dsp:spPr>
        <a:xfrm>
          <a:off x="2697464" y="3628006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Avg Time Delivery</a:t>
          </a:r>
          <a:endParaRPr lang="en-PK" sz="1400" b="0" kern="1200" dirty="0"/>
        </a:p>
      </dsp:txBody>
      <dsp:txXfrm>
        <a:off x="2724699" y="3655241"/>
        <a:ext cx="1433347" cy="875416"/>
      </dsp:txXfrm>
    </dsp:sp>
    <dsp:sp modelId="{4B37DEF0-B827-4563-80B3-71A849BD927E}">
      <dsp:nvSpPr>
        <dsp:cNvPr id="0" name=""/>
        <dsp:cNvSpPr/>
      </dsp:nvSpPr>
      <dsp:spPr>
        <a:xfrm>
          <a:off x="2511487" y="1070819"/>
          <a:ext cx="185977" cy="418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84487"/>
              </a:lnTo>
              <a:lnTo>
                <a:pt x="185977" y="4184487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0ED5A8-F5A6-448C-9854-3C29A9B72BF7}">
      <dsp:nvSpPr>
        <dsp:cNvPr id="0" name=""/>
        <dsp:cNvSpPr/>
      </dsp:nvSpPr>
      <dsp:spPr>
        <a:xfrm>
          <a:off x="2697464" y="4790363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Conversion Rate</a:t>
          </a:r>
          <a:endParaRPr lang="en-PK" sz="1400" b="0" kern="1200" dirty="0"/>
        </a:p>
      </dsp:txBody>
      <dsp:txXfrm>
        <a:off x="2724699" y="4817598"/>
        <a:ext cx="1433347" cy="875416"/>
      </dsp:txXfrm>
    </dsp:sp>
    <dsp:sp modelId="{D5C9C0AB-CBDE-46BE-B4ED-5B31DF7644AF}">
      <dsp:nvSpPr>
        <dsp:cNvPr id="0" name=""/>
        <dsp:cNvSpPr/>
      </dsp:nvSpPr>
      <dsp:spPr>
        <a:xfrm>
          <a:off x="4650225" y="140933"/>
          <a:ext cx="1859772" cy="9298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Inventory Analysis</a:t>
          </a:r>
          <a:endParaRPr lang="en-PK" sz="1400" kern="1200" dirty="0"/>
        </a:p>
      </dsp:txBody>
      <dsp:txXfrm>
        <a:off x="4677460" y="168168"/>
        <a:ext cx="1805302" cy="875416"/>
      </dsp:txXfrm>
    </dsp:sp>
    <dsp:sp modelId="{CBC3FAD1-7B8C-4B71-A532-AE24462B22F6}">
      <dsp:nvSpPr>
        <dsp:cNvPr id="0" name=""/>
        <dsp:cNvSpPr/>
      </dsp:nvSpPr>
      <dsp:spPr>
        <a:xfrm>
          <a:off x="4836202" y="1070819"/>
          <a:ext cx="185977" cy="6974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7414"/>
              </a:lnTo>
              <a:lnTo>
                <a:pt x="185977" y="69741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DFD1FA-FD4E-485E-A18C-86035872B919}">
      <dsp:nvSpPr>
        <dsp:cNvPr id="0" name=""/>
        <dsp:cNvSpPr/>
      </dsp:nvSpPr>
      <dsp:spPr>
        <a:xfrm>
          <a:off x="5022179" y="1303290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Stores</a:t>
          </a:r>
          <a:endParaRPr lang="en-PK" sz="1400" b="0" kern="1200" dirty="0"/>
        </a:p>
      </dsp:txBody>
      <dsp:txXfrm>
        <a:off x="5049414" y="1330525"/>
        <a:ext cx="1433347" cy="875416"/>
      </dsp:txXfrm>
    </dsp:sp>
    <dsp:sp modelId="{E27A7F73-BF31-480D-AB6E-3F2ED9194BC6}">
      <dsp:nvSpPr>
        <dsp:cNvPr id="0" name=""/>
        <dsp:cNvSpPr/>
      </dsp:nvSpPr>
      <dsp:spPr>
        <a:xfrm>
          <a:off x="4836202" y="1070819"/>
          <a:ext cx="185977" cy="1859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772"/>
              </a:lnTo>
              <a:lnTo>
                <a:pt x="185977" y="1859772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33DF1-B44F-43A9-9424-A7FC969A8BA7}">
      <dsp:nvSpPr>
        <dsp:cNvPr id="0" name=""/>
        <dsp:cNvSpPr/>
      </dsp:nvSpPr>
      <dsp:spPr>
        <a:xfrm>
          <a:off x="5022179" y="2465648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Damage Rate %</a:t>
          </a:r>
          <a:endParaRPr lang="en-PK" sz="1400" b="0" kern="1200" dirty="0"/>
        </a:p>
      </dsp:txBody>
      <dsp:txXfrm>
        <a:off x="5049414" y="2492883"/>
        <a:ext cx="1433347" cy="875416"/>
      </dsp:txXfrm>
    </dsp:sp>
    <dsp:sp modelId="{4885ED72-6658-47AA-A7AB-594DF01E583C}">
      <dsp:nvSpPr>
        <dsp:cNvPr id="0" name=""/>
        <dsp:cNvSpPr/>
      </dsp:nvSpPr>
      <dsp:spPr>
        <a:xfrm>
          <a:off x="4836202" y="1070819"/>
          <a:ext cx="185977" cy="3022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2129"/>
              </a:lnTo>
              <a:lnTo>
                <a:pt x="185977" y="3022129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C743CE-33EE-406F-B5B2-C4FE7E4CE561}">
      <dsp:nvSpPr>
        <dsp:cNvPr id="0" name=""/>
        <dsp:cNvSpPr/>
      </dsp:nvSpPr>
      <dsp:spPr>
        <a:xfrm>
          <a:off x="5022179" y="3628006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Current Stock</a:t>
          </a:r>
          <a:endParaRPr lang="en-PK" sz="1400" b="0" kern="1200" dirty="0"/>
        </a:p>
      </dsp:txBody>
      <dsp:txXfrm>
        <a:off x="5049414" y="3655241"/>
        <a:ext cx="1433347" cy="875416"/>
      </dsp:txXfrm>
    </dsp:sp>
    <dsp:sp modelId="{203CB3D0-968A-4841-9902-DC4D9BE55E73}">
      <dsp:nvSpPr>
        <dsp:cNvPr id="0" name=""/>
        <dsp:cNvSpPr/>
      </dsp:nvSpPr>
      <dsp:spPr>
        <a:xfrm>
          <a:off x="4836202" y="1070819"/>
          <a:ext cx="185977" cy="418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84487"/>
              </a:lnTo>
              <a:lnTo>
                <a:pt x="185977" y="4184487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A2E04A-CDB4-4089-881A-84B0F83124CC}">
      <dsp:nvSpPr>
        <dsp:cNvPr id="0" name=""/>
        <dsp:cNvSpPr/>
      </dsp:nvSpPr>
      <dsp:spPr>
        <a:xfrm>
          <a:off x="5022179" y="4790363"/>
          <a:ext cx="1487817" cy="9298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Avg Shelf Life</a:t>
          </a:r>
          <a:endParaRPr lang="en-PK" sz="1400" b="0" kern="1200" dirty="0"/>
        </a:p>
      </dsp:txBody>
      <dsp:txXfrm>
        <a:off x="5049414" y="4817598"/>
        <a:ext cx="1433347" cy="8754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17095-AB76-4D66-9765-DE6272DEED46}">
      <dsp:nvSpPr>
        <dsp:cNvPr id="0" name=""/>
        <dsp:cNvSpPr/>
      </dsp:nvSpPr>
      <dsp:spPr>
        <a:xfrm>
          <a:off x="366288" y="3789"/>
          <a:ext cx="1614787" cy="8073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Customer Feedback Analysis</a:t>
          </a:r>
          <a:endParaRPr lang="en-PK" sz="1400" kern="1200" dirty="0"/>
        </a:p>
      </dsp:txBody>
      <dsp:txXfrm>
        <a:off x="389936" y="27437"/>
        <a:ext cx="1567491" cy="760097"/>
      </dsp:txXfrm>
    </dsp:sp>
    <dsp:sp modelId="{F213A889-5BC7-424A-A6AD-AEBF7B451417}">
      <dsp:nvSpPr>
        <dsp:cNvPr id="0" name=""/>
        <dsp:cNvSpPr/>
      </dsp:nvSpPr>
      <dsp:spPr>
        <a:xfrm>
          <a:off x="527767" y="811183"/>
          <a:ext cx="161478" cy="605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5545"/>
              </a:lnTo>
              <a:lnTo>
                <a:pt x="161478" y="605545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2872A2-4868-4DA5-A5E4-652DB3FD9F31}">
      <dsp:nvSpPr>
        <dsp:cNvPr id="0" name=""/>
        <dsp:cNvSpPr/>
      </dsp:nvSpPr>
      <dsp:spPr>
        <a:xfrm>
          <a:off x="689245" y="1013031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FeedBack By Rating</a:t>
          </a:r>
          <a:endParaRPr lang="en-PK" sz="1400" kern="1200" dirty="0"/>
        </a:p>
      </dsp:txBody>
      <dsp:txXfrm>
        <a:off x="712893" y="1036679"/>
        <a:ext cx="1244533" cy="760097"/>
      </dsp:txXfrm>
    </dsp:sp>
    <dsp:sp modelId="{85061034-2C34-4DD7-8074-FB2D82FB499F}">
      <dsp:nvSpPr>
        <dsp:cNvPr id="0" name=""/>
        <dsp:cNvSpPr/>
      </dsp:nvSpPr>
      <dsp:spPr>
        <a:xfrm>
          <a:off x="527767" y="811183"/>
          <a:ext cx="161478" cy="1614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4787"/>
              </a:lnTo>
              <a:lnTo>
                <a:pt x="161478" y="1614787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41D02C-93DC-4209-9EA7-5F26C9AA8D76}">
      <dsp:nvSpPr>
        <dsp:cNvPr id="0" name=""/>
        <dsp:cNvSpPr/>
      </dsp:nvSpPr>
      <dsp:spPr>
        <a:xfrm>
          <a:off x="689245" y="2022273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Customer By Sentiments</a:t>
          </a:r>
          <a:endParaRPr lang="en-PK" sz="1400" kern="1200" dirty="0"/>
        </a:p>
      </dsp:txBody>
      <dsp:txXfrm>
        <a:off x="712893" y="2045921"/>
        <a:ext cx="1244533" cy="760097"/>
      </dsp:txXfrm>
    </dsp:sp>
    <dsp:sp modelId="{6489C0F5-02BA-4F03-BB96-938B6D96FDDD}">
      <dsp:nvSpPr>
        <dsp:cNvPr id="0" name=""/>
        <dsp:cNvSpPr/>
      </dsp:nvSpPr>
      <dsp:spPr>
        <a:xfrm>
          <a:off x="527767" y="811183"/>
          <a:ext cx="161478" cy="262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4029"/>
              </a:lnTo>
              <a:lnTo>
                <a:pt x="161478" y="2624029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31EE62-39B9-4F0C-8B3B-51B687CF08AA}">
      <dsp:nvSpPr>
        <dsp:cNvPr id="0" name=""/>
        <dsp:cNvSpPr/>
      </dsp:nvSpPr>
      <dsp:spPr>
        <a:xfrm>
          <a:off x="689245" y="3031515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Orders by Areas</a:t>
          </a:r>
          <a:endParaRPr lang="en-PK" sz="1400" kern="1200" dirty="0"/>
        </a:p>
      </dsp:txBody>
      <dsp:txXfrm>
        <a:off x="712893" y="3055163"/>
        <a:ext cx="1244533" cy="760097"/>
      </dsp:txXfrm>
    </dsp:sp>
    <dsp:sp modelId="{E17CF6EF-D983-440F-B519-7C030367041A}">
      <dsp:nvSpPr>
        <dsp:cNvPr id="0" name=""/>
        <dsp:cNvSpPr/>
      </dsp:nvSpPr>
      <dsp:spPr>
        <a:xfrm>
          <a:off x="527767" y="811183"/>
          <a:ext cx="161478" cy="3633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33270"/>
              </a:lnTo>
              <a:lnTo>
                <a:pt x="161478" y="3633270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4EA8D5-FE11-4BB3-A65A-75FDEDE55956}">
      <dsp:nvSpPr>
        <dsp:cNvPr id="0" name=""/>
        <dsp:cNvSpPr/>
      </dsp:nvSpPr>
      <dsp:spPr>
        <a:xfrm>
          <a:off x="689245" y="4040757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Feedback and Rating by Month and Year</a:t>
          </a:r>
          <a:endParaRPr lang="en-PK" sz="1400" kern="1200" dirty="0"/>
        </a:p>
      </dsp:txBody>
      <dsp:txXfrm>
        <a:off x="712893" y="4064405"/>
        <a:ext cx="1244533" cy="760097"/>
      </dsp:txXfrm>
    </dsp:sp>
    <dsp:sp modelId="{E83FC18D-9684-4449-A78F-B5D68D0D20A9}">
      <dsp:nvSpPr>
        <dsp:cNvPr id="0" name=""/>
        <dsp:cNvSpPr/>
      </dsp:nvSpPr>
      <dsp:spPr>
        <a:xfrm>
          <a:off x="527767" y="811183"/>
          <a:ext cx="161478" cy="46425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2512"/>
              </a:lnTo>
              <a:lnTo>
                <a:pt x="161478" y="4642512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B496BE-B7C0-4E36-9674-EC6A9320B5DD}">
      <dsp:nvSpPr>
        <dsp:cNvPr id="0" name=""/>
        <dsp:cNvSpPr/>
      </dsp:nvSpPr>
      <dsp:spPr>
        <a:xfrm>
          <a:off x="689245" y="5049999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Orders by Satisfaction</a:t>
          </a:r>
          <a:endParaRPr lang="en-PK" sz="1400" kern="1200" dirty="0"/>
        </a:p>
      </dsp:txBody>
      <dsp:txXfrm>
        <a:off x="712893" y="5073647"/>
        <a:ext cx="1244533" cy="760097"/>
      </dsp:txXfrm>
    </dsp:sp>
    <dsp:sp modelId="{1E2A9FC8-228C-48BA-A1F7-0A99CFC28B14}">
      <dsp:nvSpPr>
        <dsp:cNvPr id="0" name=""/>
        <dsp:cNvSpPr/>
      </dsp:nvSpPr>
      <dsp:spPr>
        <a:xfrm>
          <a:off x="2384772" y="3789"/>
          <a:ext cx="1614787" cy="8073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Marketing and delivery Performance</a:t>
          </a:r>
          <a:endParaRPr lang="en-PK" sz="1400" kern="1200" dirty="0"/>
        </a:p>
      </dsp:txBody>
      <dsp:txXfrm>
        <a:off x="2408420" y="27437"/>
        <a:ext cx="1567491" cy="760097"/>
      </dsp:txXfrm>
    </dsp:sp>
    <dsp:sp modelId="{4B146545-56D3-4E77-8E17-B392F36D23DD}">
      <dsp:nvSpPr>
        <dsp:cNvPr id="0" name=""/>
        <dsp:cNvSpPr/>
      </dsp:nvSpPr>
      <dsp:spPr>
        <a:xfrm>
          <a:off x="2546251" y="811183"/>
          <a:ext cx="161478" cy="605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5545"/>
              </a:lnTo>
              <a:lnTo>
                <a:pt x="161478" y="605545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EBAA5A-2D5A-43AB-A514-030841D41E41}">
      <dsp:nvSpPr>
        <dsp:cNvPr id="0" name=""/>
        <dsp:cNvSpPr/>
      </dsp:nvSpPr>
      <dsp:spPr>
        <a:xfrm>
          <a:off x="2707729" y="1013031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Revenue Generated vs Total Spending by Channel</a:t>
          </a:r>
          <a:endParaRPr lang="en-PK" sz="1400" kern="1200" dirty="0"/>
        </a:p>
      </dsp:txBody>
      <dsp:txXfrm>
        <a:off x="2731377" y="1036679"/>
        <a:ext cx="1244533" cy="760097"/>
      </dsp:txXfrm>
    </dsp:sp>
    <dsp:sp modelId="{A84C4EC1-4BFD-473E-9B2C-AA37CEF12B19}">
      <dsp:nvSpPr>
        <dsp:cNvPr id="0" name=""/>
        <dsp:cNvSpPr/>
      </dsp:nvSpPr>
      <dsp:spPr>
        <a:xfrm>
          <a:off x="2546251" y="811183"/>
          <a:ext cx="161478" cy="1614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4787"/>
              </a:lnTo>
              <a:lnTo>
                <a:pt x="161478" y="1614787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24EFF0-0146-4EC2-ACCE-EAC4AF8ABFC9}">
      <dsp:nvSpPr>
        <dsp:cNvPr id="0" name=""/>
        <dsp:cNvSpPr/>
      </dsp:nvSpPr>
      <dsp:spPr>
        <a:xfrm>
          <a:off x="2707729" y="2022273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On-time Vs Late delivery</a:t>
          </a:r>
          <a:endParaRPr lang="en-PK" sz="1400" kern="1200" dirty="0"/>
        </a:p>
      </dsp:txBody>
      <dsp:txXfrm>
        <a:off x="2731377" y="2045921"/>
        <a:ext cx="1244533" cy="760097"/>
      </dsp:txXfrm>
    </dsp:sp>
    <dsp:sp modelId="{66347F98-3560-4189-B155-7301A1697113}">
      <dsp:nvSpPr>
        <dsp:cNvPr id="0" name=""/>
        <dsp:cNvSpPr/>
      </dsp:nvSpPr>
      <dsp:spPr>
        <a:xfrm>
          <a:off x="2546251" y="811183"/>
          <a:ext cx="161478" cy="262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4029"/>
              </a:lnTo>
              <a:lnTo>
                <a:pt x="161478" y="2624029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3CB656-BE54-4CC7-B67B-3E18AFF9A475}">
      <dsp:nvSpPr>
        <dsp:cNvPr id="0" name=""/>
        <dsp:cNvSpPr/>
      </dsp:nvSpPr>
      <dsp:spPr>
        <a:xfrm>
          <a:off x="2707729" y="3031515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Conversion By Targetted Audience</a:t>
          </a:r>
          <a:endParaRPr lang="en-PK" sz="1400" kern="1200" dirty="0"/>
        </a:p>
      </dsp:txBody>
      <dsp:txXfrm>
        <a:off x="2731377" y="3055163"/>
        <a:ext cx="1244533" cy="760097"/>
      </dsp:txXfrm>
    </dsp:sp>
    <dsp:sp modelId="{C34DB01C-040E-4FB8-964F-000AF8197820}">
      <dsp:nvSpPr>
        <dsp:cNvPr id="0" name=""/>
        <dsp:cNvSpPr/>
      </dsp:nvSpPr>
      <dsp:spPr>
        <a:xfrm>
          <a:off x="2546251" y="811183"/>
          <a:ext cx="161478" cy="3633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33270"/>
              </a:lnTo>
              <a:lnTo>
                <a:pt x="161478" y="3633270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8E20BF-CE4E-431D-B940-C4593374A828}">
      <dsp:nvSpPr>
        <dsp:cNvPr id="0" name=""/>
        <dsp:cNvSpPr/>
      </dsp:nvSpPr>
      <dsp:spPr>
        <a:xfrm>
          <a:off x="2707729" y="4040757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ROAS By Campaign Name</a:t>
          </a:r>
          <a:endParaRPr lang="en-PK" sz="1400" kern="1200" dirty="0"/>
        </a:p>
      </dsp:txBody>
      <dsp:txXfrm>
        <a:off x="2731377" y="4064405"/>
        <a:ext cx="1244533" cy="760097"/>
      </dsp:txXfrm>
    </dsp:sp>
    <dsp:sp modelId="{A89C5216-6180-4F05-B85F-A59D92047414}">
      <dsp:nvSpPr>
        <dsp:cNvPr id="0" name=""/>
        <dsp:cNvSpPr/>
      </dsp:nvSpPr>
      <dsp:spPr>
        <a:xfrm>
          <a:off x="2546251" y="811183"/>
          <a:ext cx="161478" cy="46425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2512"/>
              </a:lnTo>
              <a:lnTo>
                <a:pt x="161478" y="4642512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65A8E1-074D-4C3E-87B2-7F0800709346}">
      <dsp:nvSpPr>
        <dsp:cNvPr id="0" name=""/>
        <dsp:cNvSpPr/>
      </dsp:nvSpPr>
      <dsp:spPr>
        <a:xfrm>
          <a:off x="2707729" y="5049999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Delay Vs Distance</a:t>
          </a:r>
          <a:endParaRPr lang="en-PK" sz="1400" kern="1200" dirty="0"/>
        </a:p>
      </dsp:txBody>
      <dsp:txXfrm>
        <a:off x="2731377" y="5073647"/>
        <a:ext cx="1244533" cy="760097"/>
      </dsp:txXfrm>
    </dsp:sp>
    <dsp:sp modelId="{A22376D4-2F0F-4671-9057-3A2AE91223C0}">
      <dsp:nvSpPr>
        <dsp:cNvPr id="0" name=""/>
        <dsp:cNvSpPr/>
      </dsp:nvSpPr>
      <dsp:spPr>
        <a:xfrm>
          <a:off x="4403256" y="3789"/>
          <a:ext cx="1614787" cy="8073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Inventory Analysis</a:t>
          </a:r>
          <a:endParaRPr lang="en-PK" sz="1400" kern="1200" dirty="0"/>
        </a:p>
      </dsp:txBody>
      <dsp:txXfrm>
        <a:off x="4426904" y="27437"/>
        <a:ext cx="1567491" cy="760097"/>
      </dsp:txXfrm>
    </dsp:sp>
    <dsp:sp modelId="{A9DB2D4A-4F82-4317-B357-3DA0C69DD679}">
      <dsp:nvSpPr>
        <dsp:cNvPr id="0" name=""/>
        <dsp:cNvSpPr/>
      </dsp:nvSpPr>
      <dsp:spPr>
        <a:xfrm>
          <a:off x="4564735" y="811183"/>
          <a:ext cx="161478" cy="605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5545"/>
              </a:lnTo>
              <a:lnTo>
                <a:pt x="161478" y="605545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E478E1-FE66-45B6-887F-16A48745E6D9}">
      <dsp:nvSpPr>
        <dsp:cNvPr id="0" name=""/>
        <dsp:cNvSpPr/>
      </dsp:nvSpPr>
      <dsp:spPr>
        <a:xfrm>
          <a:off x="4726213" y="1013031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Delivery Status By Orders</a:t>
          </a:r>
          <a:endParaRPr lang="en-PK" sz="1400" b="0" kern="1200" dirty="0"/>
        </a:p>
      </dsp:txBody>
      <dsp:txXfrm>
        <a:off x="4749861" y="1036679"/>
        <a:ext cx="1244533" cy="760097"/>
      </dsp:txXfrm>
    </dsp:sp>
    <dsp:sp modelId="{713849ED-1193-45CC-80CE-8F474FBA987D}">
      <dsp:nvSpPr>
        <dsp:cNvPr id="0" name=""/>
        <dsp:cNvSpPr/>
      </dsp:nvSpPr>
      <dsp:spPr>
        <a:xfrm>
          <a:off x="4564735" y="811183"/>
          <a:ext cx="161478" cy="1614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4787"/>
              </a:lnTo>
              <a:lnTo>
                <a:pt x="161478" y="1614787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D99BD8-EDD8-4FBB-9123-D4E27A998CEC}">
      <dsp:nvSpPr>
        <dsp:cNvPr id="0" name=""/>
        <dsp:cNvSpPr/>
      </dsp:nvSpPr>
      <dsp:spPr>
        <a:xfrm>
          <a:off x="4726213" y="2022273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Total Order by Payment Method</a:t>
          </a:r>
          <a:endParaRPr lang="en-PK" sz="1400" b="0" kern="1200" dirty="0"/>
        </a:p>
      </dsp:txBody>
      <dsp:txXfrm>
        <a:off x="4749861" y="2045921"/>
        <a:ext cx="1244533" cy="760097"/>
      </dsp:txXfrm>
    </dsp:sp>
    <dsp:sp modelId="{CC317795-A091-4299-BB1E-93C2AE0F2611}">
      <dsp:nvSpPr>
        <dsp:cNvPr id="0" name=""/>
        <dsp:cNvSpPr/>
      </dsp:nvSpPr>
      <dsp:spPr>
        <a:xfrm>
          <a:off x="4564735" y="811183"/>
          <a:ext cx="161478" cy="262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4029"/>
              </a:lnTo>
              <a:lnTo>
                <a:pt x="161478" y="2624029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C85062-C60C-4446-A8C4-FE8DA5F35BCE}">
      <dsp:nvSpPr>
        <dsp:cNvPr id="0" name=""/>
        <dsp:cNvSpPr/>
      </dsp:nvSpPr>
      <dsp:spPr>
        <a:xfrm>
          <a:off x="4726213" y="3031515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Received and Damage Stock</a:t>
          </a:r>
          <a:endParaRPr lang="en-PK" sz="1400" b="0" kern="1200" dirty="0"/>
        </a:p>
      </dsp:txBody>
      <dsp:txXfrm>
        <a:off x="4749861" y="3055163"/>
        <a:ext cx="1244533" cy="760097"/>
      </dsp:txXfrm>
    </dsp:sp>
    <dsp:sp modelId="{9952C97A-A131-438D-AA02-15B751B3553A}">
      <dsp:nvSpPr>
        <dsp:cNvPr id="0" name=""/>
        <dsp:cNvSpPr/>
      </dsp:nvSpPr>
      <dsp:spPr>
        <a:xfrm>
          <a:off x="4564735" y="811183"/>
          <a:ext cx="161478" cy="3633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33270"/>
              </a:lnTo>
              <a:lnTo>
                <a:pt x="161478" y="3633270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75B950-81C6-416A-8CF2-219E1BEB67C3}">
      <dsp:nvSpPr>
        <dsp:cNvPr id="0" name=""/>
        <dsp:cNvSpPr/>
      </dsp:nvSpPr>
      <dsp:spPr>
        <a:xfrm>
          <a:off x="4726213" y="4040757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Total Orders by Store ID</a:t>
          </a:r>
          <a:endParaRPr lang="en-PK" sz="1400" b="0" kern="1200" dirty="0"/>
        </a:p>
      </dsp:txBody>
      <dsp:txXfrm>
        <a:off x="4749861" y="4064405"/>
        <a:ext cx="1244533" cy="760097"/>
      </dsp:txXfrm>
    </dsp:sp>
    <dsp:sp modelId="{AFDD1842-92C7-47AE-8FE7-F51BF69D1E6D}">
      <dsp:nvSpPr>
        <dsp:cNvPr id="0" name=""/>
        <dsp:cNvSpPr/>
      </dsp:nvSpPr>
      <dsp:spPr>
        <a:xfrm>
          <a:off x="4564735" y="811183"/>
          <a:ext cx="161478" cy="46425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2512"/>
              </a:lnTo>
              <a:lnTo>
                <a:pt x="161478" y="4642512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3BB8C1-6744-401A-BBB0-E8FB15A6AB96}">
      <dsp:nvSpPr>
        <dsp:cNvPr id="0" name=""/>
        <dsp:cNvSpPr/>
      </dsp:nvSpPr>
      <dsp:spPr>
        <a:xfrm>
          <a:off x="4726213" y="5049999"/>
          <a:ext cx="1291829" cy="8073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Unit price and quantity by Product Name</a:t>
          </a:r>
          <a:endParaRPr lang="en-PK" sz="1400" b="0" kern="1200" dirty="0"/>
        </a:p>
      </dsp:txBody>
      <dsp:txXfrm>
        <a:off x="4749861" y="5073647"/>
        <a:ext cx="1244533" cy="7600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9797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0043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450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12575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361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00704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017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974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881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4488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429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59000">
              <a:srgbClr val="FFE790"/>
            </a:gs>
            <a:gs pos="41000">
              <a:schemeClr val="accent1">
                <a:lumMod val="45000"/>
                <a:lumOff val="55000"/>
              </a:schemeClr>
            </a:gs>
            <a:gs pos="76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E564431-26DA-4318-B3B6-FA4B546ECF5C}" type="datetimeFigureOut">
              <a:rPr lang="en-PK" smtClean="0"/>
              <a:t>30/04/2026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F9773BE-DC75-4E6E-8E2B-87A7EDD3D26D}" type="slidenum">
              <a:rPr lang="en-PK" smtClean="0"/>
              <a:t>‹#›</a:t>
            </a:fld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165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C9A4F3-10B9-CD14-D4AD-6902D09AC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42" y="1599592"/>
            <a:ext cx="5646466" cy="2140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C6D49C-72B2-5CB4-332F-E3CE20633393}"/>
              </a:ext>
            </a:extLst>
          </p:cNvPr>
          <p:cNvSpPr txBox="1"/>
          <p:nvPr/>
        </p:nvSpPr>
        <p:spPr>
          <a:xfrm>
            <a:off x="8274996" y="5495330"/>
            <a:ext cx="4400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Group Member</a:t>
            </a:r>
            <a:endParaRPr lang="en-US" b="1" dirty="0"/>
          </a:p>
          <a:p>
            <a:r>
              <a:rPr lang="en-US" dirty="0"/>
              <a:t>	- Hira Anzar</a:t>
            </a:r>
          </a:p>
        </p:txBody>
      </p:sp>
    </p:spTree>
    <p:extLst>
      <p:ext uri="{BB962C8B-B14F-4D97-AF65-F5344CB8AC3E}">
        <p14:creationId xmlns:p14="http://schemas.microsoft.com/office/powerpoint/2010/main" val="399946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8CEC64-3CB5-5DF7-2061-BF99A946A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B56009-B358-E46E-914B-A55026289AD2}"/>
              </a:ext>
            </a:extLst>
          </p:cNvPr>
          <p:cNvSpPr txBox="1"/>
          <p:nvPr/>
        </p:nvSpPr>
        <p:spPr>
          <a:xfrm>
            <a:off x="447472" y="817123"/>
            <a:ext cx="114397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List of Content</a:t>
            </a:r>
          </a:p>
          <a:p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Data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Required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Page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Page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Page 3</a:t>
            </a:r>
          </a:p>
        </p:txBody>
      </p:sp>
    </p:spTree>
    <p:extLst>
      <p:ext uri="{BB962C8B-B14F-4D97-AF65-F5344CB8AC3E}">
        <p14:creationId xmlns:p14="http://schemas.microsoft.com/office/powerpoint/2010/main" val="90791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C0FC2-A3B8-76D0-AFF9-D636FB924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690182-2A98-0B8B-617F-8AA3CCA0A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DCAB4B-A0B9-F464-F219-D03C07DB6713}"/>
              </a:ext>
            </a:extLst>
          </p:cNvPr>
          <p:cNvSpPr txBox="1"/>
          <p:nvPr/>
        </p:nvSpPr>
        <p:spPr>
          <a:xfrm>
            <a:off x="447472" y="817123"/>
            <a:ext cx="113327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Introduction</a:t>
            </a:r>
          </a:p>
          <a:p>
            <a:endParaRPr lang="en-US" sz="2800" b="1" dirty="0"/>
          </a:p>
          <a:p>
            <a:endParaRPr lang="en-US" sz="2800" b="1" dirty="0"/>
          </a:p>
          <a:p>
            <a:pPr algn="just"/>
            <a:r>
              <a:rPr lang="en-US" sz="2800" dirty="0" err="1"/>
              <a:t>Blinkit</a:t>
            </a:r>
            <a:r>
              <a:rPr lang="en-US" sz="2800" dirty="0"/>
              <a:t> (formerly </a:t>
            </a:r>
            <a:r>
              <a:rPr lang="en-US" sz="2800" dirty="0" err="1"/>
              <a:t>Grofers</a:t>
            </a:r>
            <a:r>
              <a:rPr lang="en-US" sz="2800" dirty="0"/>
              <a:t>) is India's leading quick-commerce platform, delivering groceries, essentials, electronics, and more in minutes (often under 10) through a network of "dark stores," revolutionizing online shopping with speed and convenience for urban consumers. Acquired by Zomato, </a:t>
            </a:r>
            <a:r>
              <a:rPr lang="en-US" sz="2800" dirty="0" err="1"/>
              <a:t>Blinkit</a:t>
            </a:r>
            <a:r>
              <a:rPr lang="en-US" sz="2800" dirty="0"/>
              <a:t> leverages technology and a dense logistics network to offer ultra-fast delivery, expanding beyond groceries to beauty, electronics, and books, driven by a mission to make instant commerce "indistinguishable from magic“.</a:t>
            </a:r>
          </a:p>
        </p:txBody>
      </p:sp>
    </p:spTree>
    <p:extLst>
      <p:ext uri="{BB962C8B-B14F-4D97-AF65-F5344CB8AC3E}">
        <p14:creationId xmlns:p14="http://schemas.microsoft.com/office/powerpoint/2010/main" val="100705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5A923-3AB8-8D55-BA6D-62696A50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16C833-8B5E-DA72-6EDE-779849CB7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7B8E3F-6E22-B021-EB45-0207F5B86F7C}"/>
              </a:ext>
            </a:extLst>
          </p:cNvPr>
          <p:cNvSpPr txBox="1"/>
          <p:nvPr/>
        </p:nvSpPr>
        <p:spPr>
          <a:xfrm>
            <a:off x="447472" y="817123"/>
            <a:ext cx="113327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Cleaning </a:t>
            </a:r>
          </a:p>
          <a:p>
            <a:endParaRPr lang="en-US" sz="2800" b="1" dirty="0"/>
          </a:p>
          <a:p>
            <a:r>
              <a:rPr lang="en-US" sz="2800" dirty="0"/>
              <a:t>For data cleaning SQL was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Distinct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1B4C52-B314-A795-B252-3CF24BC81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14" y="2676081"/>
            <a:ext cx="3505689" cy="552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4F2CEB-4F53-C596-4597-EB7179446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14" y="3517845"/>
            <a:ext cx="3705742" cy="552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DA90DD-8A6A-1149-0311-3777FE281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14" y="4487407"/>
            <a:ext cx="3267531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2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60DA6-E99A-74C9-2E21-05FD9F93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F23365-BC8E-1B74-C336-7E6B94CB3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2D7895-7006-0EA2-F710-6C40EE4FF022}"/>
              </a:ext>
            </a:extLst>
          </p:cNvPr>
          <p:cNvSpPr txBox="1"/>
          <p:nvPr/>
        </p:nvSpPr>
        <p:spPr>
          <a:xfrm>
            <a:off x="447472" y="817123"/>
            <a:ext cx="1133272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Required Tables</a:t>
            </a:r>
          </a:p>
          <a:p>
            <a:endParaRPr lang="en-US" sz="2800" b="1" dirty="0"/>
          </a:p>
          <a:p>
            <a:r>
              <a:rPr lang="en-US" sz="2800" dirty="0"/>
              <a:t>In the project, there were few tables that were required: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Recurring customers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Total quantity per products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Inventory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40144-C14F-9322-67CB-A2B7CE85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14" y="2652604"/>
            <a:ext cx="4048690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6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3F14-442D-5D42-EEDB-ED482DAD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04D57A-4927-C0C4-71EC-CE474BB51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2998D0-44DE-8649-500C-FBED35DFAA6D}"/>
              </a:ext>
            </a:extLst>
          </p:cNvPr>
          <p:cNvSpPr txBox="1"/>
          <p:nvPr/>
        </p:nvSpPr>
        <p:spPr>
          <a:xfrm>
            <a:off x="447472" y="817123"/>
            <a:ext cx="1133272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Required Tables</a:t>
            </a:r>
          </a:p>
          <a:p>
            <a:endParaRPr lang="en-US" sz="2800" b="1" dirty="0"/>
          </a:p>
          <a:p>
            <a:r>
              <a:rPr lang="en-US" sz="2800" dirty="0"/>
              <a:t>In the project, there were few tables that were required: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Recurring customers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Total quantity per products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Inventory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C01774-EA35-B32E-C747-726AE5A67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14" y="3034870"/>
            <a:ext cx="411537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8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13770-BA20-A198-360C-C081C680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46355-ED34-FBED-5B22-638FEDBCE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73ADE3-D9CE-EDD2-7694-661A5DE8BF86}"/>
              </a:ext>
            </a:extLst>
          </p:cNvPr>
          <p:cNvSpPr txBox="1"/>
          <p:nvPr/>
        </p:nvSpPr>
        <p:spPr>
          <a:xfrm>
            <a:off x="447472" y="817123"/>
            <a:ext cx="113327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Required Tables</a:t>
            </a:r>
          </a:p>
          <a:p>
            <a:endParaRPr lang="en-US" sz="2800" b="1" dirty="0"/>
          </a:p>
          <a:p>
            <a:r>
              <a:rPr lang="en-US" sz="2800" dirty="0"/>
              <a:t>In the project, there were few tables that were required: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Recurring customers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Total quantity per products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Inventory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01889-DD7A-D569-046E-999EB81E4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14" y="3545471"/>
            <a:ext cx="4667901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42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2BF44-D547-1ED1-5D4E-EACAC383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37D89B-E31C-8ED8-3C6D-CCEBE8BA1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A9CDBD-C0A0-0B72-F37D-DBDF2DA5A9EB}"/>
              </a:ext>
            </a:extLst>
          </p:cNvPr>
          <p:cNvSpPr txBox="1"/>
          <p:nvPr/>
        </p:nvSpPr>
        <p:spPr>
          <a:xfrm>
            <a:off x="447472" y="817123"/>
            <a:ext cx="46887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Cards</a:t>
            </a:r>
          </a:p>
          <a:p>
            <a:endParaRPr lang="en-US" sz="2800" b="1" dirty="0"/>
          </a:p>
          <a:p>
            <a:r>
              <a:rPr lang="en-US" sz="2800" dirty="0"/>
              <a:t>Power BI cards are versatile visuals for displaying single key metrics (like total sales) or summary numbers (like counts) as prominent, easily digestible snapshots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971BF1C-DE60-C6EF-3F11-8C3CD69078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3822112"/>
              </p:ext>
            </p:extLst>
          </p:nvPr>
        </p:nvGraphicFramePr>
        <p:xfrm>
          <a:off x="5136205" y="817123"/>
          <a:ext cx="6510792" cy="5861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77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0A561-7BE8-7996-22D2-3290F15C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18DE2-E913-A957-383B-E56A1D0B1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D94B5C-5953-3FA5-4DE1-7A41B56B25BD}"/>
              </a:ext>
            </a:extLst>
          </p:cNvPr>
          <p:cNvSpPr txBox="1"/>
          <p:nvPr/>
        </p:nvSpPr>
        <p:spPr>
          <a:xfrm>
            <a:off x="447472" y="817123"/>
            <a:ext cx="46887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Graphs</a:t>
            </a:r>
          </a:p>
          <a:p>
            <a:endParaRPr lang="en-US" sz="2800" b="1" dirty="0"/>
          </a:p>
          <a:p>
            <a:r>
              <a:rPr lang="en-US" sz="2800" dirty="0"/>
              <a:t>Power BI uses various "visuals" (graphs/charts) like bar, line, pie, scatter, maps, and custom visuals to transform data into insights, created by dragging fields onto axes/values in the Visualizations pane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FBE0F34-5928-57B5-3C0F-3FDB98FE02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9797925"/>
              </p:ext>
            </p:extLst>
          </p:nvPr>
        </p:nvGraphicFramePr>
        <p:xfrm>
          <a:off x="5262664" y="817123"/>
          <a:ext cx="6384332" cy="5861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746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2C5A7-B7FE-880A-2CB6-E0921C82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969CA-D3BB-5D16-F315-DE179D103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BB8F0D-20F3-9DF6-12BA-18EB9C8BE075}"/>
              </a:ext>
            </a:extLst>
          </p:cNvPr>
          <p:cNvSpPr txBox="1"/>
          <p:nvPr/>
        </p:nvSpPr>
        <p:spPr>
          <a:xfrm>
            <a:off x="447472" y="817123"/>
            <a:ext cx="11332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Page 1 </a:t>
            </a:r>
          </a:p>
          <a:p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CB533-2C3B-C220-EE4D-BF1AE48BD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834" y="1377519"/>
            <a:ext cx="9360000" cy="529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0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CA88-0F15-F2C9-100C-840DAA71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809B6-91F5-339D-9007-A7AA7C5B0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6E511E-CD1C-C3B8-AF4D-285FE0F524FE}"/>
              </a:ext>
            </a:extLst>
          </p:cNvPr>
          <p:cNvSpPr txBox="1"/>
          <p:nvPr/>
        </p:nvSpPr>
        <p:spPr>
          <a:xfrm>
            <a:off x="447472" y="817123"/>
            <a:ext cx="11332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Page 2</a:t>
            </a:r>
          </a:p>
          <a:p>
            <a:endParaRPr lang="en-US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7461C-C75F-FA6C-AD38-804FD9580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834" y="1359674"/>
            <a:ext cx="9360000" cy="530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5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9E18-7B02-24D8-F4C4-B7A1630D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294C9F-FA77-5F78-0F7F-2816C4F04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45" b="26460"/>
          <a:stretch>
            <a:fillRect/>
          </a:stretch>
        </p:blipFill>
        <p:spPr>
          <a:xfrm>
            <a:off x="194554" y="6274340"/>
            <a:ext cx="888460" cy="389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63B3CA-6260-3273-6655-17ED4489AE03}"/>
              </a:ext>
            </a:extLst>
          </p:cNvPr>
          <p:cNvSpPr txBox="1"/>
          <p:nvPr/>
        </p:nvSpPr>
        <p:spPr>
          <a:xfrm>
            <a:off x="447472" y="817123"/>
            <a:ext cx="11332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Page 3</a:t>
            </a:r>
          </a:p>
          <a:p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B1D57-3E2E-9CE6-1CCD-01F7C18FB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000" y="1382001"/>
            <a:ext cx="9360000" cy="528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685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F60C47-CA11-5B41-C604-A78051E69DAC}"/>
              </a:ext>
            </a:extLst>
          </p:cNvPr>
          <p:cNvSpPr txBox="1"/>
          <p:nvPr/>
        </p:nvSpPr>
        <p:spPr>
          <a:xfrm>
            <a:off x="5287818" y="3167390"/>
            <a:ext cx="1616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70909280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192</TotalTime>
  <Words>376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HIRRA ANZAR</cp:lastModifiedBy>
  <cp:revision>8</cp:revision>
  <dcterms:created xsi:type="dcterms:W3CDTF">2026-01-12T14:07:02Z</dcterms:created>
  <dcterms:modified xsi:type="dcterms:W3CDTF">2026-04-30T16:27:24Z</dcterms:modified>
</cp:coreProperties>
</file>